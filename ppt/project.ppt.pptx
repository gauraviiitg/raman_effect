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9" r:id="rId3"/>
    <p:sldId id="260" r:id="rId4"/>
    <p:sldId id="261" r:id="rId5"/>
    <p:sldId id="262" r:id="rId6"/>
    <p:sldId id="273" r:id="rId7"/>
    <p:sldId id="275" r:id="rId8"/>
    <p:sldId id="266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ya Mittal" userId="34949852c13bca18" providerId="LiveId" clId="{856C98C5-4380-4D72-B918-629BE6CFDB37}"/>
    <pc:docChg chg="undo custSel addSld delSld modSld sldOrd">
      <pc:chgData name="Manya Mittal" userId="34949852c13bca18" providerId="LiveId" clId="{856C98C5-4380-4D72-B918-629BE6CFDB37}" dt="2024-02-28T15:28:57.062" v="915" actId="2696"/>
      <pc:docMkLst>
        <pc:docMk/>
      </pc:docMkLst>
      <pc:sldChg chg="del">
        <pc:chgData name="Manya Mittal" userId="34949852c13bca18" providerId="LiveId" clId="{856C98C5-4380-4D72-B918-629BE6CFDB37}" dt="2024-02-28T15:28:57.062" v="915" actId="2696"/>
        <pc:sldMkLst>
          <pc:docMk/>
          <pc:sldMk cId="1326376474" sldId="258"/>
        </pc:sldMkLst>
      </pc:sldChg>
      <pc:sldChg chg="modSp mod">
        <pc:chgData name="Manya Mittal" userId="34949852c13bca18" providerId="LiveId" clId="{856C98C5-4380-4D72-B918-629BE6CFDB37}" dt="2024-02-28T12:35:58.654" v="98" actId="5793"/>
        <pc:sldMkLst>
          <pc:docMk/>
          <pc:sldMk cId="405199286" sldId="260"/>
        </pc:sldMkLst>
        <pc:spChg chg="mod">
          <ac:chgData name="Manya Mittal" userId="34949852c13bca18" providerId="LiveId" clId="{856C98C5-4380-4D72-B918-629BE6CFDB37}" dt="2024-02-28T12:35:58.654" v="98" actId="5793"/>
          <ac:spMkLst>
            <pc:docMk/>
            <pc:sldMk cId="405199286" sldId="260"/>
            <ac:spMk id="3" creationId="{259B622E-A0BC-8CB4-4158-1AA251374028}"/>
          </ac:spMkLst>
        </pc:spChg>
      </pc:sldChg>
      <pc:sldChg chg="modSp mod">
        <pc:chgData name="Manya Mittal" userId="34949852c13bca18" providerId="LiveId" clId="{856C98C5-4380-4D72-B918-629BE6CFDB37}" dt="2024-02-28T12:45:31.243" v="153" actId="20577"/>
        <pc:sldMkLst>
          <pc:docMk/>
          <pc:sldMk cId="2836274272" sldId="261"/>
        </pc:sldMkLst>
        <pc:spChg chg="mod">
          <ac:chgData name="Manya Mittal" userId="34949852c13bca18" providerId="LiveId" clId="{856C98C5-4380-4D72-B918-629BE6CFDB37}" dt="2024-02-28T12:45:31.243" v="153" actId="20577"/>
          <ac:spMkLst>
            <pc:docMk/>
            <pc:sldMk cId="2836274272" sldId="261"/>
            <ac:spMk id="3" creationId="{C8152800-5322-DE12-C626-4630CEDD7E3F}"/>
          </ac:spMkLst>
        </pc:spChg>
      </pc:sldChg>
      <pc:sldChg chg="modSp mod">
        <pc:chgData name="Manya Mittal" userId="34949852c13bca18" providerId="LiveId" clId="{856C98C5-4380-4D72-B918-629BE6CFDB37}" dt="2024-02-28T12:54:57.648" v="296" actId="20577"/>
        <pc:sldMkLst>
          <pc:docMk/>
          <pc:sldMk cId="2743437774" sldId="262"/>
        </pc:sldMkLst>
        <pc:spChg chg="mod">
          <ac:chgData name="Manya Mittal" userId="34949852c13bca18" providerId="LiveId" clId="{856C98C5-4380-4D72-B918-629BE6CFDB37}" dt="2024-02-28T12:51:41.137" v="225" actId="14100"/>
          <ac:spMkLst>
            <pc:docMk/>
            <pc:sldMk cId="2743437774" sldId="262"/>
            <ac:spMk id="2" creationId="{2DC25160-8519-8638-6A19-F35EC0352D95}"/>
          </ac:spMkLst>
        </pc:spChg>
        <pc:spChg chg="mod">
          <ac:chgData name="Manya Mittal" userId="34949852c13bca18" providerId="LiveId" clId="{856C98C5-4380-4D72-B918-629BE6CFDB37}" dt="2024-02-28T12:54:57.648" v="296" actId="20577"/>
          <ac:spMkLst>
            <pc:docMk/>
            <pc:sldMk cId="2743437774" sldId="262"/>
            <ac:spMk id="3" creationId="{E0BD0D6B-C761-06FD-BC0A-61CB64FF300A}"/>
          </ac:spMkLst>
        </pc:spChg>
      </pc:sldChg>
      <pc:sldChg chg="del">
        <pc:chgData name="Manya Mittal" userId="34949852c13bca18" providerId="LiveId" clId="{856C98C5-4380-4D72-B918-629BE6CFDB37}" dt="2024-02-28T12:55:10.660" v="297" actId="2696"/>
        <pc:sldMkLst>
          <pc:docMk/>
          <pc:sldMk cId="1162198209" sldId="263"/>
        </pc:sldMkLst>
      </pc:sldChg>
      <pc:sldChg chg="del">
        <pc:chgData name="Manya Mittal" userId="34949852c13bca18" providerId="LiveId" clId="{856C98C5-4380-4D72-B918-629BE6CFDB37}" dt="2024-02-28T15:24:28.842" v="799" actId="2696"/>
        <pc:sldMkLst>
          <pc:docMk/>
          <pc:sldMk cId="7788564" sldId="264"/>
        </pc:sldMkLst>
      </pc:sldChg>
      <pc:sldChg chg="del">
        <pc:chgData name="Manya Mittal" userId="34949852c13bca18" providerId="LiveId" clId="{856C98C5-4380-4D72-B918-629BE6CFDB37}" dt="2024-02-28T15:25:03.122" v="804" actId="2696"/>
        <pc:sldMkLst>
          <pc:docMk/>
          <pc:sldMk cId="3242148821" sldId="265"/>
        </pc:sldMkLst>
      </pc:sldChg>
      <pc:sldChg chg="modSp mod ord">
        <pc:chgData name="Manya Mittal" userId="34949852c13bca18" providerId="LiveId" clId="{856C98C5-4380-4D72-B918-629BE6CFDB37}" dt="2024-02-28T15:25:44.601" v="812" actId="113"/>
        <pc:sldMkLst>
          <pc:docMk/>
          <pc:sldMk cId="1229139144" sldId="266"/>
        </pc:sldMkLst>
        <pc:spChg chg="mod">
          <ac:chgData name="Manya Mittal" userId="34949852c13bca18" providerId="LiveId" clId="{856C98C5-4380-4D72-B918-629BE6CFDB37}" dt="2024-02-28T15:19:01.767" v="722" actId="20577"/>
          <ac:spMkLst>
            <pc:docMk/>
            <pc:sldMk cId="1229139144" sldId="266"/>
            <ac:spMk id="2" creationId="{CE7596B5-0C90-5F0F-8B23-836F5B9EAC1C}"/>
          </ac:spMkLst>
        </pc:spChg>
        <pc:spChg chg="mod">
          <ac:chgData name="Manya Mittal" userId="34949852c13bca18" providerId="LiveId" clId="{856C98C5-4380-4D72-B918-629BE6CFDB37}" dt="2024-02-28T15:25:44.601" v="812" actId="113"/>
          <ac:spMkLst>
            <pc:docMk/>
            <pc:sldMk cId="1229139144" sldId="266"/>
            <ac:spMk id="3" creationId="{FD6176B9-B913-034C-283D-C9D3B3F9112A}"/>
          </ac:spMkLst>
        </pc:spChg>
      </pc:sldChg>
      <pc:sldChg chg="del">
        <pc:chgData name="Manya Mittal" userId="34949852c13bca18" providerId="LiveId" clId="{856C98C5-4380-4D72-B918-629BE6CFDB37}" dt="2024-02-28T15:28:53.230" v="914" actId="2696"/>
        <pc:sldMkLst>
          <pc:docMk/>
          <pc:sldMk cId="2900634177" sldId="267"/>
        </pc:sldMkLst>
      </pc:sldChg>
      <pc:sldChg chg="del">
        <pc:chgData name="Manya Mittal" userId="34949852c13bca18" providerId="LiveId" clId="{856C98C5-4380-4D72-B918-629BE6CFDB37}" dt="2024-02-28T15:25:09.641" v="805" actId="2696"/>
        <pc:sldMkLst>
          <pc:docMk/>
          <pc:sldMk cId="931671034" sldId="268"/>
        </pc:sldMkLst>
      </pc:sldChg>
      <pc:sldChg chg="modSp del mod">
        <pc:chgData name="Manya Mittal" userId="34949852c13bca18" providerId="LiveId" clId="{856C98C5-4380-4D72-B918-629BE6CFDB37}" dt="2024-02-28T15:25:12.917" v="806" actId="2696"/>
        <pc:sldMkLst>
          <pc:docMk/>
          <pc:sldMk cId="3726209484" sldId="269"/>
        </pc:sldMkLst>
        <pc:spChg chg="mod">
          <ac:chgData name="Manya Mittal" userId="34949852c13bca18" providerId="LiveId" clId="{856C98C5-4380-4D72-B918-629BE6CFDB37}" dt="2024-02-28T14:54:14.567" v="483"/>
          <ac:spMkLst>
            <pc:docMk/>
            <pc:sldMk cId="3726209484" sldId="269"/>
            <ac:spMk id="3" creationId="{29A04626-D2E6-A55D-1D46-D8D1453A559A}"/>
          </ac:spMkLst>
        </pc:spChg>
      </pc:sldChg>
      <pc:sldChg chg="del">
        <pc:chgData name="Manya Mittal" userId="34949852c13bca18" providerId="LiveId" clId="{856C98C5-4380-4D72-B918-629BE6CFDB37}" dt="2024-02-28T15:25:16.469" v="807" actId="2696"/>
        <pc:sldMkLst>
          <pc:docMk/>
          <pc:sldMk cId="383971036" sldId="270"/>
        </pc:sldMkLst>
      </pc:sldChg>
      <pc:sldChg chg="new del">
        <pc:chgData name="Manya Mittal" userId="34949852c13bca18" providerId="LiveId" clId="{856C98C5-4380-4D72-B918-629BE6CFDB37}" dt="2024-02-28T14:19:54.658" v="300" actId="2696"/>
        <pc:sldMkLst>
          <pc:docMk/>
          <pc:sldMk cId="339247150" sldId="271"/>
        </pc:sldMkLst>
      </pc:sldChg>
      <pc:sldChg chg="new del">
        <pc:chgData name="Manya Mittal" userId="34949852c13bca18" providerId="LiveId" clId="{856C98C5-4380-4D72-B918-629BE6CFDB37}" dt="2024-02-28T14:46:00.082" v="396" actId="2696"/>
        <pc:sldMkLst>
          <pc:docMk/>
          <pc:sldMk cId="919058104" sldId="272"/>
        </pc:sldMkLst>
      </pc:sldChg>
      <pc:sldChg chg="modSp new mod">
        <pc:chgData name="Manya Mittal" userId="34949852c13bca18" providerId="LiveId" clId="{856C98C5-4380-4D72-B918-629BE6CFDB37}" dt="2024-02-28T14:47:04.567" v="440" actId="20577"/>
        <pc:sldMkLst>
          <pc:docMk/>
          <pc:sldMk cId="2084333748" sldId="273"/>
        </pc:sldMkLst>
        <pc:spChg chg="mod">
          <ac:chgData name="Manya Mittal" userId="34949852c13bca18" providerId="LiveId" clId="{856C98C5-4380-4D72-B918-629BE6CFDB37}" dt="2024-02-28T14:45:54.160" v="395" actId="14100"/>
          <ac:spMkLst>
            <pc:docMk/>
            <pc:sldMk cId="2084333748" sldId="273"/>
            <ac:spMk id="2" creationId="{3199EA55-A59C-67C3-273A-23DCF5FFC214}"/>
          </ac:spMkLst>
        </pc:spChg>
        <pc:spChg chg="mod">
          <ac:chgData name="Manya Mittal" userId="34949852c13bca18" providerId="LiveId" clId="{856C98C5-4380-4D72-B918-629BE6CFDB37}" dt="2024-02-28T14:47:04.567" v="440" actId="20577"/>
          <ac:spMkLst>
            <pc:docMk/>
            <pc:sldMk cId="2084333748" sldId="273"/>
            <ac:spMk id="3" creationId="{59485262-6882-0204-3D66-F7AAAC0AD77A}"/>
          </ac:spMkLst>
        </pc:spChg>
      </pc:sldChg>
      <pc:sldChg chg="new del">
        <pc:chgData name="Manya Mittal" userId="34949852c13bca18" providerId="LiveId" clId="{856C98C5-4380-4D72-B918-629BE6CFDB37}" dt="2024-02-28T14:47:36.729" v="443" actId="2696"/>
        <pc:sldMkLst>
          <pc:docMk/>
          <pc:sldMk cId="511337562" sldId="274"/>
        </pc:sldMkLst>
      </pc:sldChg>
      <pc:sldChg chg="modSp new mod">
        <pc:chgData name="Manya Mittal" userId="34949852c13bca18" providerId="LiveId" clId="{856C98C5-4380-4D72-B918-629BE6CFDB37}" dt="2024-02-28T15:16:30.190" v="678" actId="27636"/>
        <pc:sldMkLst>
          <pc:docMk/>
          <pc:sldMk cId="4071480872" sldId="275"/>
        </pc:sldMkLst>
        <pc:spChg chg="mod">
          <ac:chgData name="Manya Mittal" userId="34949852c13bca18" providerId="LiveId" clId="{856C98C5-4380-4D72-B918-629BE6CFDB37}" dt="2024-02-28T14:52:13.748" v="480" actId="14100"/>
          <ac:spMkLst>
            <pc:docMk/>
            <pc:sldMk cId="4071480872" sldId="275"/>
            <ac:spMk id="2" creationId="{3AC720B2-2ED1-405C-CE7C-EF72A69F889E}"/>
          </ac:spMkLst>
        </pc:spChg>
        <pc:spChg chg="mod">
          <ac:chgData name="Manya Mittal" userId="34949852c13bca18" providerId="LiveId" clId="{856C98C5-4380-4D72-B918-629BE6CFDB37}" dt="2024-02-28T15:16:30.190" v="678" actId="27636"/>
          <ac:spMkLst>
            <pc:docMk/>
            <pc:sldMk cId="4071480872" sldId="275"/>
            <ac:spMk id="3" creationId="{EC759ABB-58D7-6367-5526-B99135EB30AD}"/>
          </ac:spMkLst>
        </pc:spChg>
      </pc:sldChg>
      <pc:sldChg chg="modSp new del mod">
        <pc:chgData name="Manya Mittal" userId="34949852c13bca18" providerId="LiveId" clId="{856C98C5-4380-4D72-B918-629BE6CFDB37}" dt="2024-02-28T15:17:19.710" v="683" actId="2696"/>
        <pc:sldMkLst>
          <pc:docMk/>
          <pc:sldMk cId="2509941322" sldId="276"/>
        </pc:sldMkLst>
        <pc:spChg chg="mod">
          <ac:chgData name="Manya Mittal" userId="34949852c13bca18" providerId="LiveId" clId="{856C98C5-4380-4D72-B918-629BE6CFDB37}" dt="2024-02-28T15:17:10.682" v="681" actId="14100"/>
          <ac:spMkLst>
            <pc:docMk/>
            <pc:sldMk cId="2509941322" sldId="276"/>
            <ac:spMk id="2" creationId="{5559DE82-AE86-40C5-E0E7-36644E670473}"/>
          </ac:spMkLst>
        </pc:spChg>
      </pc:sldChg>
      <pc:sldChg chg="delSp modSp new mod">
        <pc:chgData name="Manya Mittal" userId="34949852c13bca18" providerId="LiveId" clId="{856C98C5-4380-4D72-B918-629BE6CFDB37}" dt="2024-02-28T15:24:58.594" v="803" actId="255"/>
        <pc:sldMkLst>
          <pc:docMk/>
          <pc:sldMk cId="3798478130" sldId="276"/>
        </pc:sldMkLst>
        <pc:spChg chg="del mod">
          <ac:chgData name="Manya Mittal" userId="34949852c13bca18" providerId="LiveId" clId="{856C98C5-4380-4D72-B918-629BE6CFDB37}" dt="2024-02-28T15:22:41.478" v="762" actId="21"/>
          <ac:spMkLst>
            <pc:docMk/>
            <pc:sldMk cId="3798478130" sldId="276"/>
            <ac:spMk id="2" creationId="{1DDD8833-B0C8-75B3-80AB-66DF7821233E}"/>
          </ac:spMkLst>
        </pc:spChg>
        <pc:spChg chg="mod">
          <ac:chgData name="Manya Mittal" userId="34949852c13bca18" providerId="LiveId" clId="{856C98C5-4380-4D72-B918-629BE6CFDB37}" dt="2024-02-28T15:24:58.594" v="803" actId="255"/>
          <ac:spMkLst>
            <pc:docMk/>
            <pc:sldMk cId="3798478130" sldId="276"/>
            <ac:spMk id="3" creationId="{05EACCCD-FD7B-EFA6-2321-1D747618ED11}"/>
          </ac:spMkLst>
        </pc:spChg>
      </pc:sldChg>
      <pc:sldChg chg="modSp new del mod">
        <pc:chgData name="Manya Mittal" userId="34949852c13bca18" providerId="LiveId" clId="{856C98C5-4380-4D72-B918-629BE6CFDB37}" dt="2024-02-28T15:19:20.379" v="723" actId="2696"/>
        <pc:sldMkLst>
          <pc:docMk/>
          <pc:sldMk cId="1717149014" sldId="277"/>
        </pc:sldMkLst>
        <pc:spChg chg="mod">
          <ac:chgData name="Manya Mittal" userId="34949852c13bca18" providerId="LiveId" clId="{856C98C5-4380-4D72-B918-629BE6CFDB37}" dt="2024-02-28T15:17:37.113" v="688" actId="27636"/>
          <ac:spMkLst>
            <pc:docMk/>
            <pc:sldMk cId="1717149014" sldId="277"/>
            <ac:spMk id="2" creationId="{67641B71-D3D3-7D87-94C3-6B6A0B71B584}"/>
          </ac:spMkLst>
        </pc:spChg>
        <pc:spChg chg="mod">
          <ac:chgData name="Manya Mittal" userId="34949852c13bca18" providerId="LiveId" clId="{856C98C5-4380-4D72-B918-629BE6CFDB37}" dt="2024-02-28T15:18:06.193" v="703" actId="20577"/>
          <ac:spMkLst>
            <pc:docMk/>
            <pc:sldMk cId="1717149014" sldId="277"/>
            <ac:spMk id="3" creationId="{774D406D-B8AE-4331-2564-006CE554CFBC}"/>
          </ac:spMkLst>
        </pc:spChg>
      </pc:sldChg>
      <pc:sldChg chg="modSp new mod">
        <pc:chgData name="Manya Mittal" userId="34949852c13bca18" providerId="LiveId" clId="{856C98C5-4380-4D72-B918-629BE6CFDB37}" dt="2024-02-28T15:27:35.721" v="885" actId="20577"/>
        <pc:sldMkLst>
          <pc:docMk/>
          <pc:sldMk cId="2522202312" sldId="277"/>
        </pc:sldMkLst>
        <pc:spChg chg="mod">
          <ac:chgData name="Manya Mittal" userId="34949852c13bca18" providerId="LiveId" clId="{856C98C5-4380-4D72-B918-629BE6CFDB37}" dt="2024-02-28T15:27:35.721" v="885" actId="20577"/>
          <ac:spMkLst>
            <pc:docMk/>
            <pc:sldMk cId="2522202312" sldId="277"/>
            <ac:spMk id="2" creationId="{EB262740-EDC3-23B9-944C-FF1D533AA92F}"/>
          </ac:spMkLst>
        </pc:spChg>
        <pc:spChg chg="mod">
          <ac:chgData name="Manya Mittal" userId="34949852c13bca18" providerId="LiveId" clId="{856C98C5-4380-4D72-B918-629BE6CFDB37}" dt="2024-02-28T15:27:04.502" v="823" actId="14100"/>
          <ac:spMkLst>
            <pc:docMk/>
            <pc:sldMk cId="2522202312" sldId="277"/>
            <ac:spMk id="3" creationId="{229DEE4C-AC4A-9553-13FD-E807B620A968}"/>
          </ac:spMkLst>
        </pc:spChg>
      </pc:sldChg>
      <pc:sldChg chg="modSp new mod">
        <pc:chgData name="Manya Mittal" userId="34949852c13bca18" providerId="LiveId" clId="{856C98C5-4380-4D72-B918-629BE6CFDB37}" dt="2024-02-28T15:28:35.632" v="913" actId="27636"/>
        <pc:sldMkLst>
          <pc:docMk/>
          <pc:sldMk cId="2998767252" sldId="278"/>
        </pc:sldMkLst>
        <pc:spChg chg="mod">
          <ac:chgData name="Manya Mittal" userId="34949852c13bca18" providerId="LiveId" clId="{856C98C5-4380-4D72-B918-629BE6CFDB37}" dt="2024-02-28T15:28:35.632" v="913" actId="27636"/>
          <ac:spMkLst>
            <pc:docMk/>
            <pc:sldMk cId="2998767252" sldId="278"/>
            <ac:spMk id="2" creationId="{532CEB23-B43A-3A70-6818-E8DF12C72CC8}"/>
          </ac:spMkLst>
        </pc:spChg>
        <pc:spChg chg="mod">
          <ac:chgData name="Manya Mittal" userId="34949852c13bca18" providerId="LiveId" clId="{856C98C5-4380-4D72-B918-629BE6CFDB37}" dt="2024-02-28T15:27:53.544" v="894" actId="14100"/>
          <ac:spMkLst>
            <pc:docMk/>
            <pc:sldMk cId="2998767252" sldId="278"/>
            <ac:spMk id="3" creationId="{2298FC61-FB05-D891-4BF3-7E4F0A7F73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3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3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4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9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2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3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9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8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69136-FC35-4E76-AD18-D51B7F27088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AA9B0-C5E9-4B13-A45C-16C083C17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2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6.09685.pdf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A295-4643-1850-15BE-EA8B29572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9267"/>
            <a:ext cx="9543691" cy="930023"/>
          </a:xfrm>
        </p:spPr>
        <p:txBody>
          <a:bodyPr>
            <a:noAutofit/>
          </a:bodyPr>
          <a:lstStyle/>
          <a:p>
            <a:r>
              <a:rPr lang="en-US" sz="3200" b="1" dirty="0"/>
              <a:t>INDIAN INSTITUTE OF INFORMATION TECHNOLOGY</a:t>
            </a:r>
            <a:br>
              <a:rPr lang="en-US" sz="3200" b="1" dirty="0"/>
            </a:br>
            <a:r>
              <a:rPr lang="en-US" sz="2400" b="1" dirty="0"/>
              <a:t>DEPARTMENT OF COMPUTER SCIENCE AND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197A7-98C0-42A5-DB0B-667BAA053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64898"/>
            <a:ext cx="9144000" cy="5113833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PROJECT REPORT </a:t>
            </a:r>
          </a:p>
          <a:p>
            <a:r>
              <a:rPr lang="en-US" sz="9600" dirty="0"/>
              <a:t>on</a:t>
            </a:r>
          </a:p>
          <a:p>
            <a:r>
              <a:rPr lang="en-US" sz="9600" dirty="0"/>
              <a:t>Course Faculty Allocation using NLP and Transfer Learning</a:t>
            </a:r>
          </a:p>
          <a:p>
            <a:pPr algn="just"/>
            <a:endParaRPr lang="en-US" sz="8000" dirty="0"/>
          </a:p>
          <a:p>
            <a:r>
              <a:rPr lang="en-US" sz="8000" dirty="0"/>
              <a:t>In Fulfillment of the Penultimate Year. Bachelor of Technology(B.TECH)Degree </a:t>
            </a:r>
          </a:p>
          <a:p>
            <a:r>
              <a:rPr lang="en-US" sz="8000" dirty="0"/>
              <a:t>in Computer Engineering and Engineering at Indian Institute Of Information </a:t>
            </a:r>
          </a:p>
          <a:p>
            <a:r>
              <a:rPr lang="en-US" sz="8000" dirty="0"/>
              <a:t>Technology Guwahati(IIITG) Academic Year 2021-2025.</a:t>
            </a:r>
          </a:p>
          <a:p>
            <a:endParaRPr lang="en-US" sz="8000" dirty="0"/>
          </a:p>
          <a:p>
            <a:r>
              <a:rPr lang="en-US" sz="8000" dirty="0"/>
              <a:t>    Submitted by</a:t>
            </a:r>
          </a:p>
          <a:p>
            <a:r>
              <a:rPr lang="en-US" sz="8000" dirty="0"/>
              <a:t> Om Sharma</a:t>
            </a:r>
          </a:p>
          <a:p>
            <a:r>
              <a:rPr lang="en-US" sz="8000" dirty="0"/>
              <a:t>              Roll No.:- 2101134</a:t>
            </a:r>
          </a:p>
          <a:p>
            <a:r>
              <a:rPr lang="en-US" sz="8000" dirty="0"/>
              <a:t>Dept:- CSE</a:t>
            </a:r>
          </a:p>
          <a:p>
            <a:endParaRPr lang="en-US" sz="8000" dirty="0"/>
          </a:p>
          <a:p>
            <a:r>
              <a:rPr lang="en-US" sz="8000" dirty="0"/>
              <a:t>         Project Mentor</a:t>
            </a:r>
          </a:p>
          <a:p>
            <a:r>
              <a:rPr lang="en-US" sz="8000" dirty="0"/>
              <a:t>              Dr. </a:t>
            </a:r>
            <a:r>
              <a:rPr lang="en-US" sz="8000" dirty="0" err="1"/>
              <a:t>Subhasish</a:t>
            </a:r>
            <a:r>
              <a:rPr lang="en-US" sz="8000" dirty="0"/>
              <a:t> Dhal</a:t>
            </a:r>
          </a:p>
          <a:p>
            <a:endParaRPr lang="en-US" sz="9600" dirty="0"/>
          </a:p>
          <a:p>
            <a:r>
              <a:rPr lang="en-US" dirty="0"/>
              <a:t> </a:t>
            </a:r>
          </a:p>
        </p:txBody>
      </p:sp>
      <p:pic>
        <p:nvPicPr>
          <p:cNvPr id="6" name="Picture 5" descr="Opis slike ni na voljo.">
            <a:extLst>
              <a:ext uri="{FF2B5EF4-FFF2-40B4-BE49-F238E27FC236}">
                <a16:creationId xmlns:a16="http://schemas.microsoft.com/office/drawing/2014/main" id="{1FF87558-2E50-0DFC-D03B-CEBA9AAE52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082" y="953217"/>
            <a:ext cx="636917" cy="7116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51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582B-45AC-1F55-50B6-E18B112B2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299"/>
            <a:ext cx="9144000" cy="1958196"/>
          </a:xfrm>
        </p:spPr>
        <p:txBody>
          <a:bodyPr/>
          <a:lstStyle/>
          <a:p>
            <a:pPr algn="l"/>
            <a:r>
              <a:rPr lang="en-US" sz="3600" b="1" dirty="0">
                <a:effectLst/>
                <a:ea typeface="Times New Roman" panose="02020603050405020304" pitchFamily="18" charset="0"/>
              </a:rPr>
              <a:t>ACKNOWLEDGEMENT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2DD6D-4E2B-875F-4429-798CE1B71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97811"/>
            <a:ext cx="9144000" cy="376111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 express my sincere gratitude to the Indian Institute of Information Technology Guwahati for providing the necessary resources and environment for the completion of this project.</a:t>
            </a:r>
          </a:p>
          <a:p>
            <a:pPr algn="just"/>
            <a:r>
              <a:rPr lang="en-US" dirty="0"/>
              <a:t>I am deeply thankful to Dr. </a:t>
            </a:r>
            <a:r>
              <a:rPr lang="en-US" dirty="0" err="1"/>
              <a:t>Subhasish</a:t>
            </a:r>
            <a:r>
              <a:rPr lang="en-US" dirty="0"/>
              <a:t> Dhal for his invaluable guidance and support throughout the development of this project. His expertise and encouragement were instrumental in shaping the direction of this work.</a:t>
            </a:r>
          </a:p>
        </p:txBody>
      </p:sp>
    </p:spTree>
    <p:extLst>
      <p:ext uri="{BB962C8B-B14F-4D97-AF65-F5344CB8AC3E}">
        <p14:creationId xmlns:p14="http://schemas.microsoft.com/office/powerpoint/2010/main" val="183911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1002-F459-B76B-9AC2-30B044EDB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1215" y="1"/>
            <a:ext cx="9356785" cy="79362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B622E-A0BC-8CB4-4158-1AA251374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1215" y="793630"/>
            <a:ext cx="9954883" cy="5909096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/>
              <a:t>Objective: </a:t>
            </a:r>
            <a:r>
              <a:rPr lang="en-US" sz="1800" dirty="0"/>
              <a:t>Efficiently extract crucial information from semi-structured text formats (e.g., CVs/resumes) and assign courses to faculty based on qualifications and organizational requirements.</a:t>
            </a:r>
          </a:p>
          <a:p>
            <a:pPr algn="just"/>
            <a:r>
              <a:rPr lang="en-US" sz="1800" b="1" dirty="0"/>
              <a:t>Phases: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Segmentation: Divide CV/Resume into thematic sections.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Extraction: Convert unstructured content into structured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Evaluation: Employ machine learning and deep learning algorithms for optimal system performance.</a:t>
            </a:r>
          </a:p>
          <a:p>
            <a:pPr algn="just"/>
            <a:r>
              <a:rPr lang="en-US" sz="1800" b="1" dirty="0"/>
              <a:t>Enhancement with Transfer Learning: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Purpose: Allocate courses using transfer learning to leverage knowledge from related domains.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Benefits: Enhances adaptability, scalability, and versatility of the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Dynamic Allocation: Utilizes existing expertise for informed faculty-course assignments.</a:t>
            </a:r>
          </a:p>
          <a:p>
            <a:pPr algn="just"/>
            <a:r>
              <a:rPr lang="en-US" sz="1800" dirty="0"/>
              <a:t>  </a:t>
            </a:r>
            <a:r>
              <a:rPr lang="en-US" sz="1800" b="1" dirty="0"/>
              <a:t> Overall Impact: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Efficiency: Optimizes resume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Streamlining: Improves course allocation processes.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  Versatility: Adaptable to diverse educational contexts and organizational needs.</a:t>
            </a:r>
          </a:p>
        </p:txBody>
      </p:sp>
    </p:spTree>
    <p:extLst>
      <p:ext uri="{BB962C8B-B14F-4D97-AF65-F5344CB8AC3E}">
        <p14:creationId xmlns:p14="http://schemas.microsoft.com/office/powerpoint/2010/main" val="40519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8017-E9B3-AAEF-EB42-594448E92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4193"/>
            <a:ext cx="9144000" cy="775867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INTRODUCTION TO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52800-5322-DE12-C626-4630CEDD7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02590"/>
            <a:ext cx="9144000" cy="555541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Challenge: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dirty="0"/>
              <a:t>Sifting through resumes for faculty hiring is challenging and error-prone.</a:t>
            </a:r>
          </a:p>
          <a:p>
            <a:pPr algn="just"/>
            <a:r>
              <a:rPr lang="en-US" sz="2000" dirty="0"/>
              <a:t>  </a:t>
            </a:r>
          </a:p>
          <a:p>
            <a:pPr algn="just"/>
            <a:r>
              <a:rPr lang="en-US" sz="2000" b="1" dirty="0"/>
              <a:t>Solution: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Advanced Technologies Integration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  AI and Data Analytics: Utilize artificial intelligence and data analytics.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  In-depth Analysis: Delve into qualifications, areas of interest, and research contributions.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r>
              <a:rPr lang="en-US" sz="2000" b="1" dirty="0"/>
              <a:t>Benefits: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  Informed Decisions: Make informed decisions for better candidate-institution fit.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  Efficiency: Streamline decision-making and enhance hiring process efficiency.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   Quality Recruitment: Attract and retain top-tier talent for stronger academic      communities.</a:t>
            </a:r>
          </a:p>
        </p:txBody>
      </p:sp>
    </p:spTree>
    <p:extLst>
      <p:ext uri="{BB962C8B-B14F-4D97-AF65-F5344CB8AC3E}">
        <p14:creationId xmlns:p14="http://schemas.microsoft.com/office/powerpoint/2010/main" val="283627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5160-8519-8638-6A19-F35EC0352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445" y="1"/>
            <a:ext cx="9477555" cy="79362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PROBLEM FORMULATION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D6B-C761-06FD-BC0A-61CB64FF3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445" y="655609"/>
            <a:ext cx="9911751" cy="6081622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sz="2000" dirty="0"/>
          </a:p>
          <a:p>
            <a:pPr algn="just"/>
            <a:r>
              <a:rPr lang="en-US" sz="2100" b="1" dirty="0"/>
              <a:t>Challenge in Course Faculty Allocation: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Sheer volume and diversity of applicants' qualifications and experiences.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Resumes in various formats (PDF, DOCM) lack uniformity, impeding efficient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Matching faculty expertise, areas of interest, and experiences with course requirements is       complex.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b="1" dirty="0"/>
              <a:t>Scope of the Project: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 Focus on limited domain, potentially engineering faculty, with a small sample size for evaluation.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 Excludes resumes with varied layout designs.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 Future potential for expansion:</a:t>
            </a:r>
          </a:p>
          <a:p>
            <a:pPr algn="just"/>
            <a:r>
              <a:rPr lang="en-US" sz="2100" dirty="0"/>
              <a:t>       - Include faculty from other academic departments.</a:t>
            </a:r>
          </a:p>
          <a:p>
            <a:pPr algn="just"/>
            <a:r>
              <a:rPr lang="en-US" sz="2100" dirty="0"/>
              <a:t>       - Scale up to accommodate a larger dataset and a broader range of courses and qualifications.</a:t>
            </a:r>
          </a:p>
          <a:p>
            <a:pPr algn="just"/>
            <a:r>
              <a:rPr lang="en-US" sz="2100" dirty="0"/>
              <a:t>  </a:t>
            </a:r>
          </a:p>
          <a:p>
            <a:pPr algn="just"/>
            <a:r>
              <a:rPr lang="en-US" sz="2100" b="1" dirty="0"/>
              <a:t>Project Objectives: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Develop and implement methodologies for effective matching of faculty members with specific courses.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   Enhance efficacy and applicability for course faculty allocation across diverse educational contexts.</a:t>
            </a:r>
          </a:p>
        </p:txBody>
      </p:sp>
    </p:spTree>
    <p:extLst>
      <p:ext uri="{BB962C8B-B14F-4D97-AF65-F5344CB8AC3E}">
        <p14:creationId xmlns:p14="http://schemas.microsoft.com/office/powerpoint/2010/main" val="274343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EA55-A59C-67C3-273A-23DCF5FFC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81154"/>
            <a:ext cx="9144000" cy="948905"/>
          </a:xfrm>
        </p:spPr>
        <p:txBody>
          <a:bodyPr>
            <a:normAutofit/>
          </a:bodyPr>
          <a:lstStyle/>
          <a:p>
            <a:r>
              <a:rPr lang="en-US" sz="3600" b="1" dirty="0"/>
              <a:t>PLAN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85262-6882-0204-3D66-F7AAAC0AD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497" y="612475"/>
            <a:ext cx="10403457" cy="6245525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/>
              <a:t>Resume Processing: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Utilize NLP methods like Spacy to parse and extract information from resumes.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Classifier Development: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Build a neural network classifier for faculty categorization based on qualifications and expertise.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Training and Classification: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Train the classifier using a labeled dataset for accurate categorization of faculty resumes.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Transfer Learning Integration: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Apply transfer learning by introducing a new layer and freezing classifier weights.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Leverage learned weights for efficient adaptation to faculty allocation.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Faculty Allocation: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Employ the integrated model to allocate faculty members to their desired courses.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 Ensure a seamless and informed matching process based on qualifications and course objectives.</a:t>
            </a:r>
          </a:p>
        </p:txBody>
      </p:sp>
    </p:spTree>
    <p:extLst>
      <p:ext uri="{BB962C8B-B14F-4D97-AF65-F5344CB8AC3E}">
        <p14:creationId xmlns:p14="http://schemas.microsoft.com/office/powerpoint/2010/main" val="208433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20B2-2ED1-405C-CE7C-EF72A69F8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012"/>
            <a:ext cx="9144000" cy="655608"/>
          </a:xfrm>
        </p:spPr>
        <p:txBody>
          <a:bodyPr>
            <a:normAutofit/>
          </a:bodyPr>
          <a:lstStyle/>
          <a:p>
            <a:r>
              <a:rPr lang="en-US" sz="3600" b="1" dirty="0"/>
              <a:t>TECHNOLOGY IMPLEMENTED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59ABB-58D7-6367-5526-B99135EB3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24620"/>
            <a:ext cx="9144000" cy="6064369"/>
          </a:xfrm>
        </p:spPr>
        <p:txBody>
          <a:bodyPr>
            <a:normAutofit/>
          </a:bodyPr>
          <a:lstStyle/>
          <a:p>
            <a:pPr algn="l"/>
            <a:r>
              <a:rPr lang="fr-FR" sz="2000" dirty="0"/>
              <a:t>In </a:t>
            </a:r>
            <a:r>
              <a:rPr lang="fr-FR" sz="2000" dirty="0" err="1"/>
              <a:t>resume</a:t>
            </a:r>
            <a:r>
              <a:rPr lang="fr-FR" sz="2000" dirty="0"/>
              <a:t> </a:t>
            </a:r>
            <a:r>
              <a:rPr lang="fr-FR" sz="2000" dirty="0" err="1"/>
              <a:t>parsing</a:t>
            </a:r>
            <a:r>
              <a:rPr lang="fr-FR" sz="2000" dirty="0"/>
              <a:t>, NLP techniques </a:t>
            </a:r>
            <a:r>
              <a:rPr lang="fr-FR" sz="2000" dirty="0" err="1"/>
              <a:t>enhance</a:t>
            </a:r>
            <a:r>
              <a:rPr lang="fr-FR" sz="2000" dirty="0"/>
              <a:t> information extraction: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Named Entity Recognition (NER)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Stemming and Lemmatization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Stopword</a:t>
            </a:r>
            <a:r>
              <a:rPr lang="en-US" sz="2000" dirty="0"/>
              <a:t> Removal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Pattern Recognition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Syntactic Analysis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dirty="0"/>
              <a:t>Deep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Feedforward Neural Networks (FNN)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Recurrent Neural Networks (RNN)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Long Short-Term Memory (LSTM) Networks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dirty="0"/>
              <a:t>Approaches for Transfer Learning: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Task-Specific Layers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Gradual Unfreezing</a:t>
            </a:r>
          </a:p>
          <a:p>
            <a:pPr algn="l"/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8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96B5-0C90-5F0F-8B23-836F5B9E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5057"/>
            <a:ext cx="9144000" cy="125514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</a:t>
            </a:r>
            <a:r>
              <a:rPr lang="en-US" sz="3600" b="1" dirty="0"/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176B9-B913-034C-283D-C9D3B3F91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1713"/>
            <a:ext cx="9144000" cy="4451230"/>
          </a:xfrm>
        </p:spPr>
        <p:txBody>
          <a:bodyPr>
            <a:normAutofit lnSpcReduction="10000"/>
          </a:bodyPr>
          <a:lstStyle/>
          <a:p>
            <a:pPr marL="457200" indent="-457200" algn="l">
              <a:buAutoNum type="arabicPeriod"/>
            </a:pPr>
            <a:r>
              <a:rPr lang="en-US" sz="2200" b="1" dirty="0"/>
              <a:t>Software requirement 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/>
              <a:t> Google Colab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/>
              <a:t> Lang Chains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/>
              <a:t> LLM</a:t>
            </a:r>
          </a:p>
          <a:p>
            <a:pPr algn="l"/>
            <a:endParaRPr lang="en-US" sz="2200" dirty="0"/>
          </a:p>
          <a:p>
            <a:pPr algn="l"/>
            <a:r>
              <a:rPr lang="en-US" sz="2200" b="1" dirty="0"/>
              <a:t>2. Technology used: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   NLP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   Python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   Spacy tool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   Transfer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   Tensor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3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EACCCD-FD7B-EFA6-2321-1D747618E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28135"/>
            <a:ext cx="9144000" cy="5796951"/>
          </a:xfrm>
        </p:spPr>
        <p:txBody>
          <a:bodyPr/>
          <a:lstStyle/>
          <a:p>
            <a:pPr algn="l"/>
            <a:r>
              <a:rPr lang="en-US" sz="2800" b="1" dirty="0"/>
              <a:t>CONCLUSION: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Integrated NLP, neural networks, and transfer learning for faculty allocation.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Efficient resume parsing and accurate faculty categorization achieved.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Transfer learning enhanced adaptability for effective allocation.</a:t>
            </a:r>
          </a:p>
          <a:p>
            <a:pPr algn="l"/>
            <a:endParaRPr lang="en-US" dirty="0"/>
          </a:p>
          <a:p>
            <a:pPr algn="l"/>
            <a:r>
              <a:rPr lang="en-US" sz="2800" b="1" dirty="0"/>
              <a:t>FUTURE WORK: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Expand to diverse academic departments.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Incorporate varied resume layout designs.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Scale up for larger datasets.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Explore improved transfer learning mechanisms.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Integrate additional features for enhanced precision.</a:t>
            </a:r>
          </a:p>
        </p:txBody>
      </p:sp>
    </p:spTree>
    <p:extLst>
      <p:ext uri="{BB962C8B-B14F-4D97-AF65-F5344CB8AC3E}">
        <p14:creationId xmlns:p14="http://schemas.microsoft.com/office/powerpoint/2010/main" val="379847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2740-EDC3-23B9-944C-FF1D533AA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528"/>
            <a:ext cx="9144000" cy="948905"/>
          </a:xfrm>
        </p:spPr>
        <p:txBody>
          <a:bodyPr>
            <a:normAutofit/>
          </a:bodyPr>
          <a:lstStyle/>
          <a:p>
            <a:r>
              <a:rPr lang="en-US" sz="3600" dirty="0"/>
              <a:t>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DEE4C-AC4A-9553-13FD-E807B620A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7697"/>
            <a:ext cx="9144000" cy="5098211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dirty="0">
                <a:hlinkClick r:id="rId2"/>
              </a:rPr>
              <a:t>https://arxiv.org/pdf/2106.09685.pdf</a:t>
            </a:r>
            <a:endParaRPr lang="en-US" dirty="0"/>
          </a:p>
          <a:p>
            <a:pPr marL="457200" indent="-457200" algn="l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0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EB23-B43A-3A70-6818-E8DF12C72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96"/>
            <a:ext cx="9144000" cy="724619"/>
          </a:xfrm>
        </p:spPr>
        <p:txBody>
          <a:bodyPr>
            <a:normAutofit/>
          </a:bodyPr>
          <a:lstStyle/>
          <a:p>
            <a:r>
              <a:rPr lang="en-US" sz="3600" dirty="0"/>
              <a:t>LITERATURE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8FC61-FB05-D891-4BF3-7E4F0A7F7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78301"/>
            <a:ext cx="9144000" cy="543464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6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366</TotalTime>
  <Words>818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INDIAN INSTITUTE OF INFORMATION TECHNOLOGY DEPARTMENT OF COMPUTER SCIENCE AND ENGINEERING</vt:lpstr>
      <vt:lpstr>ACKNOWLEDGEMENT </vt:lpstr>
      <vt:lpstr>ABSTRACT</vt:lpstr>
      <vt:lpstr>INTRODUCTION TO THE PROJECT</vt:lpstr>
      <vt:lpstr>PROBLEM FORMULATION</vt:lpstr>
      <vt:lpstr>PLAN OF WORK</vt:lpstr>
      <vt:lpstr>TECHNOLOGY IMPLEMENTED</vt:lpstr>
      <vt:lpstr> TECH STACK</vt:lpstr>
      <vt:lpstr>PowerPoint Presentation</vt:lpstr>
      <vt:lpstr>REFERENCE</vt:lpstr>
      <vt:lpstr>LITERATURE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INSTITUTE OF INFORMATION TECHNOLOGY DEPARTMENT OF COMPUTER SCIENCE AND ENGINEERING</dc:title>
  <dc:creator>Manya Mittal</dc:creator>
  <cp:lastModifiedBy>HP INDIA</cp:lastModifiedBy>
  <cp:revision>2</cp:revision>
  <dcterms:created xsi:type="dcterms:W3CDTF">2024-02-27T07:38:40Z</dcterms:created>
  <dcterms:modified xsi:type="dcterms:W3CDTF">2024-03-12T16:35:35Z</dcterms:modified>
</cp:coreProperties>
</file>