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0" r:id="rId1"/>
    <p:sldMasterId id="2147484052" r:id="rId2"/>
  </p:sldMasterIdLst>
  <p:sldIdLst>
    <p:sldId id="287" r:id="rId3"/>
    <p:sldId id="257" r:id="rId4"/>
    <p:sldId id="261" r:id="rId5"/>
    <p:sldId id="262" r:id="rId6"/>
    <p:sldId id="264" r:id="rId7"/>
    <p:sldId id="265" r:id="rId8"/>
    <p:sldId id="266" r:id="rId9"/>
    <p:sldId id="269" r:id="rId10"/>
    <p:sldId id="270" r:id="rId11"/>
    <p:sldId id="271" r:id="rId12"/>
    <p:sldId id="272" r:id="rId13"/>
    <p:sldId id="282" r:id="rId14"/>
    <p:sldId id="273" r:id="rId15"/>
    <p:sldId id="274" r:id="rId16"/>
    <p:sldId id="276" r:id="rId17"/>
    <p:sldId id="280" r:id="rId18"/>
    <p:sldId id="281" r:id="rId19"/>
    <p:sldId id="284" r:id="rId20"/>
    <p:sldId id="285" r:id="rId21"/>
    <p:sldId id="283" r:id="rId22"/>
    <p:sldId id="289" r:id="rId23"/>
    <p:sldId id="286"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25" autoAdjust="0"/>
    <p:restoredTop sz="94660"/>
  </p:normalViewPr>
  <p:slideViewPr>
    <p:cSldViewPr snapToGrid="0">
      <p:cViewPr varScale="1">
        <p:scale>
          <a:sx n="66" d="100"/>
          <a:sy n="66" d="100"/>
        </p:scale>
        <p:origin x="68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Azeem" userId="1d60a98921a71178" providerId="LiveId" clId="{B6FB8432-777D-476A-B39B-8B8297B8892C}"/>
    <pc:docChg chg="undo redo custSel addSld delSld modSld modMainMaster">
      <pc:chgData name="Aman Azeem" userId="1d60a98921a71178" providerId="LiveId" clId="{B6FB8432-777D-476A-B39B-8B8297B8892C}" dt="2024-03-14T21:38:21.463" v="1748" actId="1076"/>
      <pc:docMkLst>
        <pc:docMk/>
      </pc:docMkLst>
      <pc:sldChg chg="addSp delSp modSp mod modTransition">
        <pc:chgData name="Aman Azeem" userId="1d60a98921a71178" providerId="LiveId" clId="{B6FB8432-777D-476A-B39B-8B8297B8892C}" dt="2024-03-14T17:46:40.021" v="1464"/>
        <pc:sldMkLst>
          <pc:docMk/>
          <pc:sldMk cId="438452140" sldId="256"/>
        </pc:sldMkLst>
        <pc:spChg chg="mod">
          <ac:chgData name="Aman Azeem" userId="1d60a98921a71178" providerId="LiveId" clId="{B6FB8432-777D-476A-B39B-8B8297B8892C}" dt="2024-03-14T10:54:26.521" v="154" actId="1076"/>
          <ac:spMkLst>
            <pc:docMk/>
            <pc:sldMk cId="438452140" sldId="256"/>
            <ac:spMk id="2" creationId="{44E191CC-E218-9367-D589-7B87CFD0BE14}"/>
          </ac:spMkLst>
        </pc:spChg>
        <pc:spChg chg="add del mod">
          <ac:chgData name="Aman Azeem" userId="1d60a98921a71178" providerId="LiveId" clId="{B6FB8432-777D-476A-B39B-8B8297B8892C}" dt="2024-03-14T10:50:11.894" v="36"/>
          <ac:spMkLst>
            <pc:docMk/>
            <pc:sldMk cId="438452140" sldId="256"/>
            <ac:spMk id="3" creationId="{9C4F8A24-16B0-4E0F-84F8-F3D3871340AF}"/>
          </ac:spMkLst>
        </pc:spChg>
        <pc:spChg chg="add del mod">
          <ac:chgData name="Aman Azeem" userId="1d60a98921a71178" providerId="LiveId" clId="{B6FB8432-777D-476A-B39B-8B8297B8892C}" dt="2024-03-14T10:53:40.983" v="143" actId="478"/>
          <ac:spMkLst>
            <pc:docMk/>
            <pc:sldMk cId="438452140" sldId="256"/>
            <ac:spMk id="4" creationId="{7F222A1A-A833-1748-95F4-DB57E0B5715B}"/>
          </ac:spMkLst>
        </pc:spChg>
        <pc:picChg chg="add del mod">
          <ac:chgData name="Aman Azeem" userId="1d60a98921a71178" providerId="LiveId" clId="{B6FB8432-777D-476A-B39B-8B8297B8892C}" dt="2024-03-14T10:53:33.827" v="141" actId="478"/>
          <ac:picMkLst>
            <pc:docMk/>
            <pc:sldMk cId="438452140" sldId="256"/>
            <ac:picMk id="6" creationId="{6D1751B0-87D7-C11F-DC18-97DE77A57FA1}"/>
          </ac:picMkLst>
        </pc:picChg>
        <pc:picChg chg="add mod">
          <ac:chgData name="Aman Azeem" userId="1d60a98921a71178" providerId="LiveId" clId="{B6FB8432-777D-476A-B39B-8B8297B8892C}" dt="2024-03-14T10:54:16.437" v="153" actId="1076"/>
          <ac:picMkLst>
            <pc:docMk/>
            <pc:sldMk cId="438452140" sldId="256"/>
            <ac:picMk id="8" creationId="{E4C2C506-83A6-F2F8-FBE4-A38C239FA3BC}"/>
          </ac:picMkLst>
        </pc:picChg>
      </pc:sldChg>
      <pc:sldChg chg="modSp mod modTransition">
        <pc:chgData name="Aman Azeem" userId="1d60a98921a71178" providerId="LiveId" clId="{B6FB8432-777D-476A-B39B-8B8297B8892C}" dt="2024-03-14T19:26:09.964" v="1549" actId="20578"/>
        <pc:sldMkLst>
          <pc:docMk/>
          <pc:sldMk cId="3476865862" sldId="257"/>
        </pc:sldMkLst>
        <pc:spChg chg="mod">
          <ac:chgData name="Aman Azeem" userId="1d60a98921a71178" providerId="LiveId" clId="{B6FB8432-777D-476A-B39B-8B8297B8892C}" dt="2024-03-14T19:26:09.964" v="1549" actId="20578"/>
          <ac:spMkLst>
            <pc:docMk/>
            <pc:sldMk cId="3476865862" sldId="257"/>
            <ac:spMk id="2" creationId="{01CE89AE-DA61-A262-926B-1EF6114C79FF}"/>
          </ac:spMkLst>
        </pc:spChg>
        <pc:spChg chg="mod">
          <ac:chgData name="Aman Azeem" userId="1d60a98921a71178" providerId="LiveId" clId="{B6FB8432-777D-476A-B39B-8B8297B8892C}" dt="2024-03-14T19:26:09.964" v="1549" actId="20578"/>
          <ac:spMkLst>
            <pc:docMk/>
            <pc:sldMk cId="3476865862" sldId="257"/>
            <ac:spMk id="3" creationId="{9E28129A-94D3-6D7D-7A25-C112ACAB70F3}"/>
          </ac:spMkLst>
        </pc:spChg>
      </pc:sldChg>
      <pc:sldChg chg="modSp del mod modTransition">
        <pc:chgData name="Aman Azeem" userId="1d60a98921a71178" providerId="LiveId" clId="{B6FB8432-777D-476A-B39B-8B8297B8892C}" dt="2024-03-14T20:44:27.945" v="1739" actId="2696"/>
        <pc:sldMkLst>
          <pc:docMk/>
          <pc:sldMk cId="584950259" sldId="258"/>
        </pc:sldMkLst>
        <pc:spChg chg="mod">
          <ac:chgData name="Aman Azeem" userId="1d60a98921a71178" providerId="LiveId" clId="{B6FB8432-777D-476A-B39B-8B8297B8892C}" dt="2024-03-14T16:09:25.214" v="584" actId="113"/>
          <ac:spMkLst>
            <pc:docMk/>
            <pc:sldMk cId="584950259" sldId="258"/>
            <ac:spMk id="2" creationId="{F6A6A9FD-92CE-F756-35ED-CE45E4169578}"/>
          </ac:spMkLst>
        </pc:spChg>
        <pc:spChg chg="mod">
          <ac:chgData name="Aman Azeem" userId="1d60a98921a71178" providerId="LiveId" clId="{B6FB8432-777D-476A-B39B-8B8297B8892C}" dt="2024-03-14T16:37:21.117" v="764" actId="27636"/>
          <ac:spMkLst>
            <pc:docMk/>
            <pc:sldMk cId="584950259" sldId="258"/>
            <ac:spMk id="3" creationId="{558BF894-0E98-CCB3-4F2D-CBC8FE7E255B}"/>
          </ac:spMkLst>
        </pc:spChg>
      </pc:sldChg>
      <pc:sldChg chg="addSp delSp modSp del mod modTransition">
        <pc:chgData name="Aman Azeem" userId="1d60a98921a71178" providerId="LiveId" clId="{B6FB8432-777D-476A-B39B-8B8297B8892C}" dt="2024-03-14T20:44:32.162" v="1740" actId="2696"/>
        <pc:sldMkLst>
          <pc:docMk/>
          <pc:sldMk cId="538485446" sldId="259"/>
        </pc:sldMkLst>
        <pc:spChg chg="add del mod">
          <ac:chgData name="Aman Azeem" userId="1d60a98921a71178" providerId="LiveId" clId="{B6FB8432-777D-476A-B39B-8B8297B8892C}" dt="2024-03-14T16:18:02.303" v="709" actId="478"/>
          <ac:spMkLst>
            <pc:docMk/>
            <pc:sldMk cId="538485446" sldId="259"/>
            <ac:spMk id="2" creationId="{A0CE12E1-ECAC-1AAD-CDCB-D2CB253C85EE}"/>
          </ac:spMkLst>
        </pc:spChg>
        <pc:spChg chg="mod">
          <ac:chgData name="Aman Azeem" userId="1d60a98921a71178" providerId="LiveId" clId="{B6FB8432-777D-476A-B39B-8B8297B8892C}" dt="2024-03-14T17:53:27.109" v="1466" actId="27636"/>
          <ac:spMkLst>
            <pc:docMk/>
            <pc:sldMk cId="538485446" sldId="259"/>
            <ac:spMk id="3" creationId="{9E1B8030-FCAE-F88C-8DD9-696250A43EDE}"/>
          </ac:spMkLst>
        </pc:spChg>
      </pc:sldChg>
      <pc:sldChg chg="modSp mod modTransition">
        <pc:chgData name="Aman Azeem" userId="1d60a98921a71178" providerId="LiveId" clId="{B6FB8432-777D-476A-B39B-8B8297B8892C}" dt="2024-03-14T17:46:40.021" v="1464"/>
        <pc:sldMkLst>
          <pc:docMk/>
          <pc:sldMk cId="2543294396" sldId="261"/>
        </pc:sldMkLst>
        <pc:spChg chg="mod">
          <ac:chgData name="Aman Azeem" userId="1d60a98921a71178" providerId="LiveId" clId="{B6FB8432-777D-476A-B39B-8B8297B8892C}" dt="2024-03-14T17:03:08.688" v="810" actId="1076"/>
          <ac:spMkLst>
            <pc:docMk/>
            <pc:sldMk cId="2543294396" sldId="261"/>
            <ac:spMk id="2" creationId="{BFA3AAD3-E090-2F61-AAB9-9CF16D3DC98C}"/>
          </ac:spMkLst>
        </pc:spChg>
        <pc:spChg chg="mod">
          <ac:chgData name="Aman Azeem" userId="1d60a98921a71178" providerId="LiveId" clId="{B6FB8432-777D-476A-B39B-8B8297B8892C}" dt="2024-03-14T17:03:32.603" v="815" actId="1076"/>
          <ac:spMkLst>
            <pc:docMk/>
            <pc:sldMk cId="2543294396" sldId="261"/>
            <ac:spMk id="3" creationId="{64A756FA-60B1-9864-BA38-04F84B8B84AA}"/>
          </ac:spMkLst>
        </pc:spChg>
      </pc:sldChg>
      <pc:sldChg chg="modSp mod modTransition">
        <pc:chgData name="Aman Azeem" userId="1d60a98921a71178" providerId="LiveId" clId="{B6FB8432-777D-476A-B39B-8B8297B8892C}" dt="2024-03-14T17:46:40.021" v="1464"/>
        <pc:sldMkLst>
          <pc:docMk/>
          <pc:sldMk cId="3835444111" sldId="262"/>
        </pc:sldMkLst>
        <pc:spChg chg="mod">
          <ac:chgData name="Aman Azeem" userId="1d60a98921a71178" providerId="LiveId" clId="{B6FB8432-777D-476A-B39B-8B8297B8892C}" dt="2024-03-14T17:04:48.455" v="828" actId="2711"/>
          <ac:spMkLst>
            <pc:docMk/>
            <pc:sldMk cId="3835444111" sldId="262"/>
            <ac:spMk id="3" creationId="{0BD7299B-2E7C-BA19-086D-6699B03AA2A1}"/>
          </ac:spMkLst>
        </pc:spChg>
      </pc:sldChg>
      <pc:sldChg chg="modSp del mod">
        <pc:chgData name="Aman Azeem" userId="1d60a98921a71178" providerId="LiveId" clId="{B6FB8432-777D-476A-B39B-8B8297B8892C}" dt="2024-03-14T16:42:28.087" v="807" actId="2696"/>
        <pc:sldMkLst>
          <pc:docMk/>
          <pc:sldMk cId="932820267" sldId="263"/>
        </pc:sldMkLst>
        <pc:spChg chg="mod">
          <ac:chgData name="Aman Azeem" userId="1d60a98921a71178" providerId="LiveId" clId="{B6FB8432-777D-476A-B39B-8B8297B8892C}" dt="2024-03-14T16:42:13.848" v="805" actId="21"/>
          <ac:spMkLst>
            <pc:docMk/>
            <pc:sldMk cId="932820267" sldId="263"/>
            <ac:spMk id="3" creationId="{E85C254C-90AF-C047-8078-98AFB8877686}"/>
          </ac:spMkLst>
        </pc:spChg>
      </pc:sldChg>
      <pc:sldChg chg="modSp mod modTransition">
        <pc:chgData name="Aman Azeem" userId="1d60a98921a71178" providerId="LiveId" clId="{B6FB8432-777D-476A-B39B-8B8297B8892C}" dt="2024-03-14T19:12:49.429" v="1540" actId="20577"/>
        <pc:sldMkLst>
          <pc:docMk/>
          <pc:sldMk cId="2510918605" sldId="264"/>
        </pc:sldMkLst>
        <pc:spChg chg="mod">
          <ac:chgData name="Aman Azeem" userId="1d60a98921a71178" providerId="LiveId" clId="{B6FB8432-777D-476A-B39B-8B8297B8892C}" dt="2024-03-14T19:12:49.429" v="1540" actId="20577"/>
          <ac:spMkLst>
            <pc:docMk/>
            <pc:sldMk cId="2510918605" sldId="264"/>
            <ac:spMk id="3" creationId="{1DFE2DEF-AE05-CAA7-2297-2A779558C52C}"/>
          </ac:spMkLst>
        </pc:spChg>
      </pc:sldChg>
      <pc:sldChg chg="modSp mod modTransition">
        <pc:chgData name="Aman Azeem" userId="1d60a98921a71178" providerId="LiveId" clId="{B6FB8432-777D-476A-B39B-8B8297B8892C}" dt="2024-03-14T17:46:40.021" v="1464"/>
        <pc:sldMkLst>
          <pc:docMk/>
          <pc:sldMk cId="1107664737" sldId="265"/>
        </pc:sldMkLst>
        <pc:spChg chg="mod">
          <ac:chgData name="Aman Azeem" userId="1d60a98921a71178" providerId="LiveId" clId="{B6FB8432-777D-476A-B39B-8B8297B8892C}" dt="2024-03-14T17:07:02.801" v="854" actId="20577"/>
          <ac:spMkLst>
            <pc:docMk/>
            <pc:sldMk cId="1107664737" sldId="265"/>
            <ac:spMk id="3" creationId="{E5BBD490-6844-9743-3F22-C16B2AE8785A}"/>
          </ac:spMkLst>
        </pc:spChg>
      </pc:sldChg>
      <pc:sldChg chg="modSp mod modTransition">
        <pc:chgData name="Aman Azeem" userId="1d60a98921a71178" providerId="LiveId" clId="{B6FB8432-777D-476A-B39B-8B8297B8892C}" dt="2024-03-14T17:46:40.021" v="1464"/>
        <pc:sldMkLst>
          <pc:docMk/>
          <pc:sldMk cId="3390588744" sldId="266"/>
        </pc:sldMkLst>
        <pc:spChg chg="mod">
          <ac:chgData name="Aman Azeem" userId="1d60a98921a71178" providerId="LiveId" clId="{B6FB8432-777D-476A-B39B-8B8297B8892C}" dt="2024-03-14T17:07:46.153" v="864" actId="14100"/>
          <ac:spMkLst>
            <pc:docMk/>
            <pc:sldMk cId="3390588744" sldId="266"/>
            <ac:spMk id="2" creationId="{11714780-145D-8828-DD36-CB66DEAEF61D}"/>
          </ac:spMkLst>
        </pc:spChg>
        <pc:spChg chg="mod">
          <ac:chgData name="Aman Azeem" userId="1d60a98921a71178" providerId="LiveId" clId="{B6FB8432-777D-476A-B39B-8B8297B8892C}" dt="2024-03-14T15:45:15.896" v="565"/>
          <ac:spMkLst>
            <pc:docMk/>
            <pc:sldMk cId="3390588744" sldId="266"/>
            <ac:spMk id="3" creationId="{ADF94B21-A66E-F586-842D-6DC34EBA5BE9}"/>
          </ac:spMkLst>
        </pc:spChg>
      </pc:sldChg>
      <pc:sldChg chg="addSp delSp modSp mod modTransition">
        <pc:chgData name="Aman Azeem" userId="1d60a98921a71178" providerId="LiveId" clId="{B6FB8432-777D-476A-B39B-8B8297B8892C}" dt="2024-03-14T21:21:41.749" v="1743" actId="1076"/>
        <pc:sldMkLst>
          <pc:docMk/>
          <pc:sldMk cId="1081694637" sldId="267"/>
        </pc:sldMkLst>
        <pc:spChg chg="add del mod">
          <ac:chgData name="Aman Azeem" userId="1d60a98921a71178" providerId="LiveId" clId="{B6FB8432-777D-476A-B39B-8B8297B8892C}" dt="2024-03-14T15:43:21.596" v="552"/>
          <ac:spMkLst>
            <pc:docMk/>
            <pc:sldMk cId="1081694637" sldId="267"/>
            <ac:spMk id="2" creationId="{B8565AB9-55F3-6AB9-C968-1AEA4A7E335C}"/>
          </ac:spMkLst>
        </pc:spChg>
        <pc:spChg chg="mod">
          <ac:chgData name="Aman Azeem" userId="1d60a98921a71178" providerId="LiveId" clId="{B6FB8432-777D-476A-B39B-8B8297B8892C}" dt="2024-03-14T21:21:41.749" v="1743" actId="1076"/>
          <ac:spMkLst>
            <pc:docMk/>
            <pc:sldMk cId="1081694637" sldId="267"/>
            <ac:spMk id="3" creationId="{66410A1D-57C0-2FDC-451E-28F7EEE62C63}"/>
          </ac:spMkLst>
        </pc:spChg>
        <pc:spChg chg="add del mod">
          <ac:chgData name="Aman Azeem" userId="1d60a98921a71178" providerId="LiveId" clId="{B6FB8432-777D-476A-B39B-8B8297B8892C}" dt="2024-03-14T21:21:28.226" v="1742" actId="478"/>
          <ac:spMkLst>
            <pc:docMk/>
            <pc:sldMk cId="1081694637" sldId="267"/>
            <ac:spMk id="4" creationId="{F2B0CB36-4974-66D6-C0FC-FE2DBEA462FD}"/>
          </ac:spMkLst>
        </pc:spChg>
      </pc:sldChg>
      <pc:sldChg chg="modSp del mod modTransition">
        <pc:chgData name="Aman Azeem" userId="1d60a98921a71178" providerId="LiveId" clId="{B6FB8432-777D-476A-B39B-8B8297B8892C}" dt="2024-03-14T21:27:23.095" v="1744" actId="2696"/>
        <pc:sldMkLst>
          <pc:docMk/>
          <pc:sldMk cId="3366659916" sldId="268"/>
        </pc:sldMkLst>
        <pc:spChg chg="mod">
          <ac:chgData name="Aman Azeem" userId="1d60a98921a71178" providerId="LiveId" clId="{B6FB8432-777D-476A-B39B-8B8297B8892C}" dt="2024-03-14T18:17:52.368" v="1469" actId="5793"/>
          <ac:spMkLst>
            <pc:docMk/>
            <pc:sldMk cId="3366659916" sldId="268"/>
            <ac:spMk id="3" creationId="{78BBB23C-3EE6-A7A7-64C9-E554699947A3}"/>
          </ac:spMkLst>
        </pc:spChg>
      </pc:sldChg>
      <pc:sldChg chg="modSp mod modTransition">
        <pc:chgData name="Aman Azeem" userId="1d60a98921a71178" providerId="LiveId" clId="{B6FB8432-777D-476A-B39B-8B8297B8892C}" dt="2024-03-14T17:46:40.021" v="1464"/>
        <pc:sldMkLst>
          <pc:docMk/>
          <pc:sldMk cId="3909199526" sldId="269"/>
        </pc:sldMkLst>
        <pc:spChg chg="mod">
          <ac:chgData name="Aman Azeem" userId="1d60a98921a71178" providerId="LiveId" clId="{B6FB8432-777D-476A-B39B-8B8297B8892C}" dt="2024-03-14T17:09:25.140" v="876" actId="1076"/>
          <ac:spMkLst>
            <pc:docMk/>
            <pc:sldMk cId="3909199526" sldId="269"/>
            <ac:spMk id="2" creationId="{F67149F5-AE9B-D3A9-6275-2045F18FF70D}"/>
          </ac:spMkLst>
        </pc:spChg>
        <pc:spChg chg="mod">
          <ac:chgData name="Aman Azeem" userId="1d60a98921a71178" providerId="LiveId" clId="{B6FB8432-777D-476A-B39B-8B8297B8892C}" dt="2024-03-14T17:09:32.275" v="878" actId="2711"/>
          <ac:spMkLst>
            <pc:docMk/>
            <pc:sldMk cId="3909199526" sldId="269"/>
            <ac:spMk id="3" creationId="{6B3391E4-394A-6E0B-498F-0D9CDAE3870D}"/>
          </ac:spMkLst>
        </pc:spChg>
      </pc:sldChg>
      <pc:sldChg chg="modSp mod modTransition">
        <pc:chgData name="Aman Azeem" userId="1d60a98921a71178" providerId="LiveId" clId="{B6FB8432-777D-476A-B39B-8B8297B8892C}" dt="2024-03-14T18:18:35.618" v="1473" actId="27636"/>
        <pc:sldMkLst>
          <pc:docMk/>
          <pc:sldMk cId="2536259616" sldId="270"/>
        </pc:sldMkLst>
        <pc:spChg chg="mod">
          <ac:chgData name="Aman Azeem" userId="1d60a98921a71178" providerId="LiveId" clId="{B6FB8432-777D-476A-B39B-8B8297B8892C}" dt="2024-03-14T18:18:35.618" v="1473" actId="27636"/>
          <ac:spMkLst>
            <pc:docMk/>
            <pc:sldMk cId="2536259616" sldId="270"/>
            <ac:spMk id="2" creationId="{A21FE015-D4C5-BA42-BFC8-EF632F3E1161}"/>
          </ac:spMkLst>
        </pc:spChg>
        <pc:spChg chg="mod">
          <ac:chgData name="Aman Azeem" userId="1d60a98921a71178" providerId="LiveId" clId="{B6FB8432-777D-476A-B39B-8B8297B8892C}" dt="2024-03-14T17:09:50.239" v="882" actId="255"/>
          <ac:spMkLst>
            <pc:docMk/>
            <pc:sldMk cId="2536259616" sldId="270"/>
            <ac:spMk id="3" creationId="{37FE370E-1C8E-A05E-DBCE-4513219764C5}"/>
          </ac:spMkLst>
        </pc:spChg>
      </pc:sldChg>
      <pc:sldChg chg="modSp mod modTransition">
        <pc:chgData name="Aman Azeem" userId="1d60a98921a71178" providerId="LiveId" clId="{B6FB8432-777D-476A-B39B-8B8297B8892C}" dt="2024-03-14T17:46:40.021" v="1464"/>
        <pc:sldMkLst>
          <pc:docMk/>
          <pc:sldMk cId="754001901" sldId="271"/>
        </pc:sldMkLst>
        <pc:spChg chg="mod">
          <ac:chgData name="Aman Azeem" userId="1d60a98921a71178" providerId="LiveId" clId="{B6FB8432-777D-476A-B39B-8B8297B8892C}" dt="2024-03-14T17:38:34.153" v="1392" actId="20577"/>
          <ac:spMkLst>
            <pc:docMk/>
            <pc:sldMk cId="754001901" sldId="271"/>
            <ac:spMk id="3" creationId="{1DB23012-47C6-7576-52A2-5FC79B28E608}"/>
          </ac:spMkLst>
        </pc:spChg>
      </pc:sldChg>
      <pc:sldChg chg="addSp modSp mod modTransition">
        <pc:chgData name="Aman Azeem" userId="1d60a98921a71178" providerId="LiveId" clId="{B6FB8432-777D-476A-B39B-8B8297B8892C}" dt="2024-03-14T18:57:47.387" v="1539" actId="20577"/>
        <pc:sldMkLst>
          <pc:docMk/>
          <pc:sldMk cId="82641286" sldId="272"/>
        </pc:sldMkLst>
        <pc:spChg chg="add mod">
          <ac:chgData name="Aman Azeem" userId="1d60a98921a71178" providerId="LiveId" clId="{B6FB8432-777D-476A-B39B-8B8297B8892C}" dt="2024-03-14T17:11:22.866" v="895" actId="767"/>
          <ac:spMkLst>
            <pc:docMk/>
            <pc:sldMk cId="82641286" sldId="272"/>
            <ac:spMk id="2" creationId="{D198F245-34BF-D236-A807-740A42B965C1}"/>
          </ac:spMkLst>
        </pc:spChg>
        <pc:spChg chg="mod">
          <ac:chgData name="Aman Azeem" userId="1d60a98921a71178" providerId="LiveId" clId="{B6FB8432-777D-476A-B39B-8B8297B8892C}" dt="2024-03-14T18:57:47.387" v="1539" actId="20577"/>
          <ac:spMkLst>
            <pc:docMk/>
            <pc:sldMk cId="82641286" sldId="272"/>
            <ac:spMk id="3" creationId="{1DB23012-47C6-7576-52A2-5FC79B28E608}"/>
          </ac:spMkLst>
        </pc:spChg>
        <pc:spChg chg="add mod">
          <ac:chgData name="Aman Azeem" userId="1d60a98921a71178" providerId="LiveId" clId="{B6FB8432-777D-476A-B39B-8B8297B8892C}" dt="2024-03-14T17:12:17.452" v="910" actId="14100"/>
          <ac:spMkLst>
            <pc:docMk/>
            <pc:sldMk cId="82641286" sldId="272"/>
            <ac:spMk id="4" creationId="{92564DF1-522E-4567-7FB6-B1AA81F98A50}"/>
          </ac:spMkLst>
        </pc:spChg>
      </pc:sldChg>
      <pc:sldChg chg="modSp mod modTransition">
        <pc:chgData name="Aman Azeem" userId="1d60a98921a71178" providerId="LiveId" clId="{B6FB8432-777D-476A-B39B-8B8297B8892C}" dt="2024-03-14T17:46:40.021" v="1464"/>
        <pc:sldMkLst>
          <pc:docMk/>
          <pc:sldMk cId="1669597684" sldId="273"/>
        </pc:sldMkLst>
        <pc:spChg chg="mod">
          <ac:chgData name="Aman Azeem" userId="1d60a98921a71178" providerId="LiveId" clId="{B6FB8432-777D-476A-B39B-8B8297B8892C}" dt="2024-03-14T17:22:02.100" v="937" actId="113"/>
          <ac:spMkLst>
            <pc:docMk/>
            <pc:sldMk cId="1669597684" sldId="273"/>
            <ac:spMk id="3" creationId="{1DB23012-47C6-7576-52A2-5FC79B28E608}"/>
          </ac:spMkLst>
        </pc:spChg>
      </pc:sldChg>
      <pc:sldChg chg="modSp mod modTransition">
        <pc:chgData name="Aman Azeem" userId="1d60a98921a71178" providerId="LiveId" clId="{B6FB8432-777D-476A-B39B-8B8297B8892C}" dt="2024-03-14T18:21:17.594" v="1488" actId="14100"/>
        <pc:sldMkLst>
          <pc:docMk/>
          <pc:sldMk cId="885423669" sldId="274"/>
        </pc:sldMkLst>
        <pc:spChg chg="mod">
          <ac:chgData name="Aman Azeem" userId="1d60a98921a71178" providerId="LiveId" clId="{B6FB8432-777D-476A-B39B-8B8297B8892C}" dt="2024-03-14T18:20:14.145" v="1483" actId="20577"/>
          <ac:spMkLst>
            <pc:docMk/>
            <pc:sldMk cId="885423669" sldId="274"/>
            <ac:spMk id="3" creationId="{1DB23012-47C6-7576-52A2-5FC79B28E608}"/>
          </ac:spMkLst>
        </pc:spChg>
        <pc:picChg chg="mod">
          <ac:chgData name="Aman Azeem" userId="1d60a98921a71178" providerId="LiveId" clId="{B6FB8432-777D-476A-B39B-8B8297B8892C}" dt="2024-03-14T18:21:17.594" v="1488" actId="14100"/>
          <ac:picMkLst>
            <pc:docMk/>
            <pc:sldMk cId="885423669" sldId="274"/>
            <ac:picMk id="4" creationId="{A0233527-CD5F-6FE1-A595-EB97B99BCF9C}"/>
          </ac:picMkLst>
        </pc:picChg>
      </pc:sldChg>
      <pc:sldChg chg="modSp mod modTransition">
        <pc:chgData name="Aman Azeem" userId="1d60a98921a71178" providerId="LiveId" clId="{B6FB8432-777D-476A-B39B-8B8297B8892C}" dt="2024-03-14T18:21:32.171" v="1489" actId="1076"/>
        <pc:sldMkLst>
          <pc:docMk/>
          <pc:sldMk cId="3574826669" sldId="276"/>
        </pc:sldMkLst>
        <pc:spChg chg="mod">
          <ac:chgData name="Aman Azeem" userId="1d60a98921a71178" providerId="LiveId" clId="{B6FB8432-777D-476A-B39B-8B8297B8892C}" dt="2024-03-14T17:24:53.787" v="1002" actId="113"/>
          <ac:spMkLst>
            <pc:docMk/>
            <pc:sldMk cId="3574826669" sldId="276"/>
            <ac:spMk id="3" creationId="{1DB23012-47C6-7576-52A2-5FC79B28E608}"/>
          </ac:spMkLst>
        </pc:spChg>
        <pc:picChg chg="mod">
          <ac:chgData name="Aman Azeem" userId="1d60a98921a71178" providerId="LiveId" clId="{B6FB8432-777D-476A-B39B-8B8297B8892C}" dt="2024-03-14T18:21:32.171" v="1489" actId="1076"/>
          <ac:picMkLst>
            <pc:docMk/>
            <pc:sldMk cId="3574826669" sldId="276"/>
            <ac:picMk id="4" creationId="{FF1E8849-652D-7346-B8C1-701E491EEE85}"/>
          </ac:picMkLst>
        </pc:picChg>
      </pc:sldChg>
      <pc:sldChg chg="delSp modSp del mod modTransition">
        <pc:chgData name="Aman Azeem" userId="1d60a98921a71178" providerId="LiveId" clId="{B6FB8432-777D-476A-B39B-8B8297B8892C}" dt="2024-03-14T18:46:32.579" v="1495" actId="2696"/>
        <pc:sldMkLst>
          <pc:docMk/>
          <pc:sldMk cId="1583179471" sldId="277"/>
        </pc:sldMkLst>
        <pc:spChg chg="mod">
          <ac:chgData name="Aman Azeem" userId="1d60a98921a71178" providerId="LiveId" clId="{B6FB8432-777D-476A-B39B-8B8297B8892C}" dt="2024-03-14T17:24:47.803" v="1001" actId="207"/>
          <ac:spMkLst>
            <pc:docMk/>
            <pc:sldMk cId="1583179471" sldId="277"/>
            <ac:spMk id="3" creationId="{1DB23012-47C6-7576-52A2-5FC79B28E608}"/>
          </ac:spMkLst>
        </pc:spChg>
        <pc:picChg chg="del mod">
          <ac:chgData name="Aman Azeem" userId="1d60a98921a71178" providerId="LiveId" clId="{B6FB8432-777D-476A-B39B-8B8297B8892C}" dt="2024-03-14T18:46:28.784" v="1494" actId="478"/>
          <ac:picMkLst>
            <pc:docMk/>
            <pc:sldMk cId="1583179471" sldId="277"/>
            <ac:picMk id="5" creationId="{EE70B2E6-2F49-0A98-5D7A-327ADDE02B70}"/>
          </ac:picMkLst>
        </pc:picChg>
      </pc:sldChg>
      <pc:sldChg chg="modSp mod modTransition">
        <pc:chgData name="Aman Azeem" userId="1d60a98921a71178" providerId="LiveId" clId="{B6FB8432-777D-476A-B39B-8B8297B8892C}" dt="2024-03-14T18:22:14.439" v="1492" actId="1076"/>
        <pc:sldMkLst>
          <pc:docMk/>
          <pc:sldMk cId="3228437702" sldId="279"/>
        </pc:sldMkLst>
        <pc:spChg chg="mod">
          <ac:chgData name="Aman Azeem" userId="1d60a98921a71178" providerId="LiveId" clId="{B6FB8432-777D-476A-B39B-8B8297B8892C}" dt="2024-03-14T17:27:12.264" v="1023" actId="14100"/>
          <ac:spMkLst>
            <pc:docMk/>
            <pc:sldMk cId="3228437702" sldId="279"/>
            <ac:spMk id="3" creationId="{1DB23012-47C6-7576-52A2-5FC79B28E608}"/>
          </ac:spMkLst>
        </pc:spChg>
        <pc:picChg chg="mod">
          <ac:chgData name="Aman Azeem" userId="1d60a98921a71178" providerId="LiveId" clId="{B6FB8432-777D-476A-B39B-8B8297B8892C}" dt="2024-03-14T18:22:14.439" v="1492" actId="1076"/>
          <ac:picMkLst>
            <pc:docMk/>
            <pc:sldMk cId="3228437702" sldId="279"/>
            <ac:picMk id="4" creationId="{F081EB28-275B-F4DF-45D1-2E1E9F5D0434}"/>
          </ac:picMkLst>
        </pc:picChg>
      </pc:sldChg>
      <pc:sldChg chg="addSp delSp modSp mod modTransition">
        <pc:chgData name="Aman Azeem" userId="1d60a98921a71178" providerId="LiveId" clId="{B6FB8432-777D-476A-B39B-8B8297B8892C}" dt="2024-03-14T18:54:26.023" v="1507" actId="9405"/>
        <pc:sldMkLst>
          <pc:docMk/>
          <pc:sldMk cId="2231058590" sldId="280"/>
        </pc:sldMkLst>
        <pc:spChg chg="mod">
          <ac:chgData name="Aman Azeem" userId="1d60a98921a71178" providerId="LiveId" clId="{B6FB8432-777D-476A-B39B-8B8297B8892C}" dt="2024-03-14T17:28:08.432" v="1039" actId="20577"/>
          <ac:spMkLst>
            <pc:docMk/>
            <pc:sldMk cId="2231058590" sldId="280"/>
            <ac:spMk id="3" creationId="{1DB23012-47C6-7576-52A2-5FC79B28E608}"/>
          </ac:spMkLst>
        </pc:spChg>
        <pc:picChg chg="mod">
          <ac:chgData name="Aman Azeem" userId="1d60a98921a71178" providerId="LiveId" clId="{B6FB8432-777D-476A-B39B-8B8297B8892C}" dt="2024-03-14T18:22:32.551" v="1493" actId="1076"/>
          <ac:picMkLst>
            <pc:docMk/>
            <pc:sldMk cId="2231058590" sldId="280"/>
            <ac:picMk id="5" creationId="{F572213D-2E61-E48C-7D28-23DD32C08548}"/>
          </ac:picMkLst>
        </pc:picChg>
        <pc:inkChg chg="add del">
          <ac:chgData name="Aman Azeem" userId="1d60a98921a71178" providerId="LiveId" clId="{B6FB8432-777D-476A-B39B-8B8297B8892C}" dt="2024-03-14T18:54:26.023" v="1507" actId="9405"/>
          <ac:inkMkLst>
            <pc:docMk/>
            <pc:sldMk cId="2231058590" sldId="280"/>
            <ac:inkMk id="2" creationId="{7CFE6229-70A5-02E2-28A9-C98CF87CAD20}"/>
          </ac:inkMkLst>
        </pc:inkChg>
        <pc:inkChg chg="add del">
          <ac:chgData name="Aman Azeem" userId="1d60a98921a71178" providerId="LiveId" clId="{B6FB8432-777D-476A-B39B-8B8297B8892C}" dt="2024-03-14T18:54:25.038" v="1506" actId="9405"/>
          <ac:inkMkLst>
            <pc:docMk/>
            <pc:sldMk cId="2231058590" sldId="280"/>
            <ac:inkMk id="4" creationId="{55FD01F5-2092-4396-F4A1-D560032F5730}"/>
          </ac:inkMkLst>
        </pc:inkChg>
        <pc:inkChg chg="add del">
          <ac:chgData name="Aman Azeem" userId="1d60a98921a71178" providerId="LiveId" clId="{B6FB8432-777D-476A-B39B-8B8297B8892C}" dt="2024-03-14T18:51:59.462" v="1499" actId="9405"/>
          <ac:inkMkLst>
            <pc:docMk/>
            <pc:sldMk cId="2231058590" sldId="280"/>
            <ac:inkMk id="6" creationId="{AD1E1BE4-6F68-0F06-B5FD-20A853896DE5}"/>
          </ac:inkMkLst>
        </pc:inkChg>
        <pc:inkChg chg="add del">
          <ac:chgData name="Aman Azeem" userId="1d60a98921a71178" providerId="LiveId" clId="{B6FB8432-777D-476A-B39B-8B8297B8892C}" dt="2024-03-14T18:54:24.494" v="1505" actId="9405"/>
          <ac:inkMkLst>
            <pc:docMk/>
            <pc:sldMk cId="2231058590" sldId="280"/>
            <ac:inkMk id="7" creationId="{EB96806C-F5FD-4DED-8B96-865BD430F405}"/>
          </ac:inkMkLst>
        </pc:inkChg>
        <pc:inkChg chg="add del">
          <ac:chgData name="Aman Azeem" userId="1d60a98921a71178" providerId="LiveId" clId="{B6FB8432-777D-476A-B39B-8B8297B8892C}" dt="2024-03-14T18:54:24.032" v="1504" actId="9405"/>
          <ac:inkMkLst>
            <pc:docMk/>
            <pc:sldMk cId="2231058590" sldId="280"/>
            <ac:inkMk id="8" creationId="{9F7C9F74-AD9F-30B0-2189-3433C6C3224C}"/>
          </ac:inkMkLst>
        </pc:inkChg>
        <pc:inkChg chg="add del">
          <ac:chgData name="Aman Azeem" userId="1d60a98921a71178" providerId="LiveId" clId="{B6FB8432-777D-476A-B39B-8B8297B8892C}" dt="2024-03-14T18:54:23.450" v="1503" actId="9405"/>
          <ac:inkMkLst>
            <pc:docMk/>
            <pc:sldMk cId="2231058590" sldId="280"/>
            <ac:inkMk id="9" creationId="{58BDE325-D0EF-2845-E3C3-4DF3F9B0023F}"/>
          </ac:inkMkLst>
        </pc:inkChg>
      </pc:sldChg>
      <pc:sldChg chg="modSp mod modTransition">
        <pc:chgData name="Aman Azeem" userId="1d60a98921a71178" providerId="LiveId" clId="{B6FB8432-777D-476A-B39B-8B8297B8892C}" dt="2024-03-14T17:46:40.021" v="1464"/>
        <pc:sldMkLst>
          <pc:docMk/>
          <pc:sldMk cId="220578574" sldId="281"/>
        </pc:sldMkLst>
        <pc:spChg chg="mod">
          <ac:chgData name="Aman Azeem" userId="1d60a98921a71178" providerId="LiveId" clId="{B6FB8432-777D-476A-B39B-8B8297B8892C}" dt="2024-03-14T17:29:35.527" v="1058" actId="207"/>
          <ac:spMkLst>
            <pc:docMk/>
            <pc:sldMk cId="220578574" sldId="281"/>
            <ac:spMk id="3" creationId="{1DB23012-47C6-7576-52A2-5FC79B28E608}"/>
          </ac:spMkLst>
        </pc:spChg>
      </pc:sldChg>
      <pc:sldChg chg="modSp mod modTransition">
        <pc:chgData name="Aman Azeem" userId="1d60a98921a71178" providerId="LiveId" clId="{B6FB8432-777D-476A-B39B-8B8297B8892C}" dt="2024-03-14T17:46:40.021" v="1464"/>
        <pc:sldMkLst>
          <pc:docMk/>
          <pc:sldMk cId="1694620119" sldId="282"/>
        </pc:sldMkLst>
        <pc:spChg chg="mod">
          <ac:chgData name="Aman Azeem" userId="1d60a98921a71178" providerId="LiveId" clId="{B6FB8432-777D-476A-B39B-8B8297B8892C}" dt="2024-03-14T17:12:58.405" v="917" actId="2711"/>
          <ac:spMkLst>
            <pc:docMk/>
            <pc:sldMk cId="1694620119" sldId="282"/>
            <ac:spMk id="3" creationId="{1DB23012-47C6-7576-52A2-5FC79B28E608}"/>
          </ac:spMkLst>
        </pc:spChg>
      </pc:sldChg>
      <pc:sldChg chg="modSp mod modTransition">
        <pc:chgData name="Aman Azeem" userId="1d60a98921a71178" providerId="LiveId" clId="{B6FB8432-777D-476A-B39B-8B8297B8892C}" dt="2024-03-14T18:56:23.859" v="1508" actId="20577"/>
        <pc:sldMkLst>
          <pc:docMk/>
          <pc:sldMk cId="3287376593" sldId="283"/>
        </pc:sldMkLst>
        <pc:spChg chg="mod">
          <ac:chgData name="Aman Azeem" userId="1d60a98921a71178" providerId="LiveId" clId="{B6FB8432-777D-476A-B39B-8B8297B8892C}" dt="2024-03-14T18:56:23.859" v="1508" actId="20577"/>
          <ac:spMkLst>
            <pc:docMk/>
            <pc:sldMk cId="3287376593" sldId="283"/>
            <ac:spMk id="2" creationId="{C6BD6AE9-44AB-2800-385C-F6B998882DC3}"/>
          </ac:spMkLst>
        </pc:spChg>
        <pc:picChg chg="mod">
          <ac:chgData name="Aman Azeem" userId="1d60a98921a71178" providerId="LiveId" clId="{B6FB8432-777D-476A-B39B-8B8297B8892C}" dt="2024-03-14T17:30:48.018" v="1085" actId="14100"/>
          <ac:picMkLst>
            <pc:docMk/>
            <pc:sldMk cId="3287376593" sldId="283"/>
            <ac:picMk id="5" creationId="{94210009-3E7C-07F0-F7AC-C6D1130D97E6}"/>
          </ac:picMkLst>
        </pc:picChg>
      </pc:sldChg>
      <pc:sldChg chg="addSp modSp mod modTransition">
        <pc:chgData name="Aman Azeem" userId="1d60a98921a71178" providerId="LiveId" clId="{B6FB8432-777D-476A-B39B-8B8297B8892C}" dt="2024-03-14T17:46:40.021" v="1464"/>
        <pc:sldMkLst>
          <pc:docMk/>
          <pc:sldMk cId="3320758930" sldId="284"/>
        </pc:sldMkLst>
        <pc:spChg chg="add mod">
          <ac:chgData name="Aman Azeem" userId="1d60a98921a71178" providerId="LiveId" clId="{B6FB8432-777D-476A-B39B-8B8297B8892C}" dt="2024-03-14T17:30:28.577" v="1082" actId="1076"/>
          <ac:spMkLst>
            <pc:docMk/>
            <pc:sldMk cId="3320758930" sldId="284"/>
            <ac:spMk id="2" creationId="{B948DD7D-939B-5E07-CC55-4059578D32FE}"/>
          </ac:spMkLst>
        </pc:spChg>
      </pc:sldChg>
      <pc:sldChg chg="modTransition">
        <pc:chgData name="Aman Azeem" userId="1d60a98921a71178" providerId="LiveId" clId="{B6FB8432-777D-476A-B39B-8B8297B8892C}" dt="2024-03-14T17:46:40.021" v="1464"/>
        <pc:sldMkLst>
          <pc:docMk/>
          <pc:sldMk cId="1310094329" sldId="285"/>
        </pc:sldMkLst>
      </pc:sldChg>
      <pc:sldChg chg="modTransition">
        <pc:chgData name="Aman Azeem" userId="1d60a98921a71178" providerId="LiveId" clId="{B6FB8432-777D-476A-B39B-8B8297B8892C}" dt="2024-03-14T17:46:40.021" v="1464"/>
        <pc:sldMkLst>
          <pc:docMk/>
          <pc:sldMk cId="701476343" sldId="286"/>
        </pc:sldMkLst>
      </pc:sldChg>
      <pc:sldChg chg="modSp mod modTransition">
        <pc:chgData name="Aman Azeem" userId="1d60a98921a71178" providerId="LiveId" clId="{B6FB8432-777D-476A-B39B-8B8297B8892C}" dt="2024-03-14T19:30:49.999" v="1643" actId="313"/>
        <pc:sldMkLst>
          <pc:docMk/>
          <pc:sldMk cId="3078551013" sldId="287"/>
        </pc:sldMkLst>
        <pc:spChg chg="mod">
          <ac:chgData name="Aman Azeem" userId="1d60a98921a71178" providerId="LiveId" clId="{B6FB8432-777D-476A-B39B-8B8297B8892C}" dt="2024-03-14T19:30:49.999" v="1643" actId="313"/>
          <ac:spMkLst>
            <pc:docMk/>
            <pc:sldMk cId="3078551013" sldId="287"/>
            <ac:spMk id="2" creationId="{7757F9AC-7FBC-2530-E55E-B078286FB158}"/>
          </ac:spMkLst>
        </pc:spChg>
      </pc:sldChg>
      <pc:sldChg chg="modSp add del mod modTransition">
        <pc:chgData name="Aman Azeem" userId="1d60a98921a71178" providerId="LiveId" clId="{B6FB8432-777D-476A-B39B-8B8297B8892C}" dt="2024-03-14T20:44:35.040" v="1741" actId="2696"/>
        <pc:sldMkLst>
          <pc:docMk/>
          <pc:sldMk cId="2352617891" sldId="288"/>
        </pc:sldMkLst>
        <pc:spChg chg="mod">
          <ac:chgData name="Aman Azeem" userId="1d60a98921a71178" providerId="LiveId" clId="{B6FB8432-777D-476A-B39B-8B8297B8892C}" dt="2024-03-14T16:42:20.273" v="806"/>
          <ac:spMkLst>
            <pc:docMk/>
            <pc:sldMk cId="2352617891" sldId="288"/>
            <ac:spMk id="3" creationId="{9E1B8030-FCAE-F88C-8DD9-696250A43EDE}"/>
          </ac:spMkLst>
        </pc:spChg>
      </pc:sldChg>
      <pc:sldChg chg="modSp new mod">
        <pc:chgData name="Aman Azeem" userId="1d60a98921a71178" providerId="LiveId" clId="{B6FB8432-777D-476A-B39B-8B8297B8892C}" dt="2024-03-14T21:38:21.463" v="1748" actId="1076"/>
        <pc:sldMkLst>
          <pc:docMk/>
          <pc:sldMk cId="1491722202" sldId="289"/>
        </pc:sldMkLst>
        <pc:spChg chg="mod">
          <ac:chgData name="Aman Azeem" userId="1d60a98921a71178" providerId="LiveId" clId="{B6FB8432-777D-476A-B39B-8B8297B8892C}" dt="2024-03-14T20:11:18.424" v="1706" actId="1076"/>
          <ac:spMkLst>
            <pc:docMk/>
            <pc:sldMk cId="1491722202" sldId="289"/>
            <ac:spMk id="2" creationId="{9F6E230C-87EF-ABC6-92B9-551D7890EE0A}"/>
          </ac:spMkLst>
        </pc:spChg>
        <pc:spChg chg="mod">
          <ac:chgData name="Aman Azeem" userId="1d60a98921a71178" providerId="LiveId" clId="{B6FB8432-777D-476A-B39B-8B8297B8892C}" dt="2024-03-14T21:38:21.463" v="1748" actId="1076"/>
          <ac:spMkLst>
            <pc:docMk/>
            <pc:sldMk cId="1491722202" sldId="289"/>
            <ac:spMk id="3" creationId="{D3234801-C7D1-BC5B-DF80-B62886E3044D}"/>
          </ac:spMkLst>
        </pc:spChg>
      </pc:sldChg>
      <pc:sldMasterChg chg="modTransition modSldLayout">
        <pc:chgData name="Aman Azeem" userId="1d60a98921a71178" providerId="LiveId" clId="{B6FB8432-777D-476A-B39B-8B8297B8892C}" dt="2024-03-14T17:46:40.021" v="1464"/>
        <pc:sldMasterMkLst>
          <pc:docMk/>
          <pc:sldMasterMk cId="1389755788" sldId="2147484000"/>
        </pc:sldMasterMkLst>
        <pc:sldLayoutChg chg="modTransition">
          <pc:chgData name="Aman Azeem" userId="1d60a98921a71178" providerId="LiveId" clId="{B6FB8432-777D-476A-B39B-8B8297B8892C}" dt="2024-03-14T17:46:40.021" v="1464"/>
          <pc:sldLayoutMkLst>
            <pc:docMk/>
            <pc:sldMasterMk cId="1389755788" sldId="2147484000"/>
            <pc:sldLayoutMk cId="282482355" sldId="2147484001"/>
          </pc:sldLayoutMkLst>
        </pc:sldLayoutChg>
        <pc:sldLayoutChg chg="modTransition">
          <pc:chgData name="Aman Azeem" userId="1d60a98921a71178" providerId="LiveId" clId="{B6FB8432-777D-476A-B39B-8B8297B8892C}" dt="2024-03-14T17:46:40.021" v="1464"/>
          <pc:sldLayoutMkLst>
            <pc:docMk/>
            <pc:sldMasterMk cId="1389755788" sldId="2147484000"/>
            <pc:sldLayoutMk cId="3474301196" sldId="2147484002"/>
          </pc:sldLayoutMkLst>
        </pc:sldLayoutChg>
        <pc:sldLayoutChg chg="modTransition">
          <pc:chgData name="Aman Azeem" userId="1d60a98921a71178" providerId="LiveId" clId="{B6FB8432-777D-476A-B39B-8B8297B8892C}" dt="2024-03-14T17:46:40.021" v="1464"/>
          <pc:sldLayoutMkLst>
            <pc:docMk/>
            <pc:sldMasterMk cId="1389755788" sldId="2147484000"/>
            <pc:sldLayoutMk cId="140457186" sldId="2147484003"/>
          </pc:sldLayoutMkLst>
        </pc:sldLayoutChg>
        <pc:sldLayoutChg chg="modTransition">
          <pc:chgData name="Aman Azeem" userId="1d60a98921a71178" providerId="LiveId" clId="{B6FB8432-777D-476A-B39B-8B8297B8892C}" dt="2024-03-14T17:46:40.021" v="1464"/>
          <pc:sldLayoutMkLst>
            <pc:docMk/>
            <pc:sldMasterMk cId="1389755788" sldId="2147484000"/>
            <pc:sldLayoutMk cId="1932974770" sldId="2147484004"/>
          </pc:sldLayoutMkLst>
        </pc:sldLayoutChg>
        <pc:sldLayoutChg chg="modTransition">
          <pc:chgData name="Aman Azeem" userId="1d60a98921a71178" providerId="LiveId" clId="{B6FB8432-777D-476A-B39B-8B8297B8892C}" dt="2024-03-14T17:46:40.021" v="1464"/>
          <pc:sldLayoutMkLst>
            <pc:docMk/>
            <pc:sldMasterMk cId="1389755788" sldId="2147484000"/>
            <pc:sldLayoutMk cId="1058291416" sldId="2147484005"/>
          </pc:sldLayoutMkLst>
        </pc:sldLayoutChg>
        <pc:sldLayoutChg chg="modTransition">
          <pc:chgData name="Aman Azeem" userId="1d60a98921a71178" providerId="LiveId" clId="{B6FB8432-777D-476A-B39B-8B8297B8892C}" dt="2024-03-14T17:46:40.021" v="1464"/>
          <pc:sldLayoutMkLst>
            <pc:docMk/>
            <pc:sldMasterMk cId="1389755788" sldId="2147484000"/>
            <pc:sldLayoutMk cId="4059199747" sldId="2147484006"/>
          </pc:sldLayoutMkLst>
        </pc:sldLayoutChg>
        <pc:sldLayoutChg chg="modTransition">
          <pc:chgData name="Aman Azeem" userId="1d60a98921a71178" providerId="LiveId" clId="{B6FB8432-777D-476A-B39B-8B8297B8892C}" dt="2024-03-14T17:46:40.021" v="1464"/>
          <pc:sldLayoutMkLst>
            <pc:docMk/>
            <pc:sldMasterMk cId="1389755788" sldId="2147484000"/>
            <pc:sldLayoutMk cId="2155916814" sldId="2147484007"/>
          </pc:sldLayoutMkLst>
        </pc:sldLayoutChg>
        <pc:sldLayoutChg chg="modTransition">
          <pc:chgData name="Aman Azeem" userId="1d60a98921a71178" providerId="LiveId" clId="{B6FB8432-777D-476A-B39B-8B8297B8892C}" dt="2024-03-14T17:46:40.021" v="1464"/>
          <pc:sldLayoutMkLst>
            <pc:docMk/>
            <pc:sldMasterMk cId="1389755788" sldId="2147484000"/>
            <pc:sldLayoutMk cId="1904715060" sldId="2147484008"/>
          </pc:sldLayoutMkLst>
        </pc:sldLayoutChg>
        <pc:sldLayoutChg chg="modTransition">
          <pc:chgData name="Aman Azeem" userId="1d60a98921a71178" providerId="LiveId" clId="{B6FB8432-777D-476A-B39B-8B8297B8892C}" dt="2024-03-14T17:46:40.021" v="1464"/>
          <pc:sldLayoutMkLst>
            <pc:docMk/>
            <pc:sldMasterMk cId="1389755788" sldId="2147484000"/>
            <pc:sldLayoutMk cId="3190590694" sldId="2147484009"/>
          </pc:sldLayoutMkLst>
        </pc:sldLayoutChg>
        <pc:sldLayoutChg chg="modTransition">
          <pc:chgData name="Aman Azeem" userId="1d60a98921a71178" providerId="LiveId" clId="{B6FB8432-777D-476A-B39B-8B8297B8892C}" dt="2024-03-14T17:46:40.021" v="1464"/>
          <pc:sldLayoutMkLst>
            <pc:docMk/>
            <pc:sldMasterMk cId="1389755788" sldId="2147484000"/>
            <pc:sldLayoutMk cId="3531453903" sldId="2147484010"/>
          </pc:sldLayoutMkLst>
        </pc:sldLayoutChg>
        <pc:sldLayoutChg chg="modTransition">
          <pc:chgData name="Aman Azeem" userId="1d60a98921a71178" providerId="LiveId" clId="{B6FB8432-777D-476A-B39B-8B8297B8892C}" dt="2024-03-14T17:46:40.021" v="1464"/>
          <pc:sldLayoutMkLst>
            <pc:docMk/>
            <pc:sldMasterMk cId="1389755788" sldId="2147484000"/>
            <pc:sldLayoutMk cId="2406118689" sldId="2147484011"/>
          </pc:sldLayoutMkLst>
        </pc:sldLayoutChg>
        <pc:sldLayoutChg chg="modTransition">
          <pc:chgData name="Aman Azeem" userId="1d60a98921a71178" providerId="LiveId" clId="{B6FB8432-777D-476A-B39B-8B8297B8892C}" dt="2024-03-14T17:46:40.021" v="1464"/>
          <pc:sldLayoutMkLst>
            <pc:docMk/>
            <pc:sldMasterMk cId="1389755788" sldId="2147484000"/>
            <pc:sldLayoutMk cId="3139991827" sldId="2147484012"/>
          </pc:sldLayoutMkLst>
        </pc:sldLayoutChg>
        <pc:sldLayoutChg chg="modTransition">
          <pc:chgData name="Aman Azeem" userId="1d60a98921a71178" providerId="LiveId" clId="{B6FB8432-777D-476A-B39B-8B8297B8892C}" dt="2024-03-14T17:46:40.021" v="1464"/>
          <pc:sldLayoutMkLst>
            <pc:docMk/>
            <pc:sldMasterMk cId="1389755788" sldId="2147484000"/>
            <pc:sldLayoutMk cId="2978977925" sldId="2147484013"/>
          </pc:sldLayoutMkLst>
        </pc:sldLayoutChg>
        <pc:sldLayoutChg chg="modTransition">
          <pc:chgData name="Aman Azeem" userId="1d60a98921a71178" providerId="LiveId" clId="{B6FB8432-777D-476A-B39B-8B8297B8892C}" dt="2024-03-14T17:46:40.021" v="1464"/>
          <pc:sldLayoutMkLst>
            <pc:docMk/>
            <pc:sldMasterMk cId="1389755788" sldId="2147484000"/>
            <pc:sldLayoutMk cId="378335269" sldId="2147484014"/>
          </pc:sldLayoutMkLst>
        </pc:sldLayoutChg>
        <pc:sldLayoutChg chg="modTransition">
          <pc:chgData name="Aman Azeem" userId="1d60a98921a71178" providerId="LiveId" clId="{B6FB8432-777D-476A-B39B-8B8297B8892C}" dt="2024-03-14T17:46:40.021" v="1464"/>
          <pc:sldLayoutMkLst>
            <pc:docMk/>
            <pc:sldMasterMk cId="1389755788" sldId="2147484000"/>
            <pc:sldLayoutMk cId="2650367785" sldId="2147484015"/>
          </pc:sldLayoutMkLst>
        </pc:sldLayoutChg>
        <pc:sldLayoutChg chg="modTransition">
          <pc:chgData name="Aman Azeem" userId="1d60a98921a71178" providerId="LiveId" clId="{B6FB8432-777D-476A-B39B-8B8297B8892C}" dt="2024-03-14T17:46:40.021" v="1464"/>
          <pc:sldLayoutMkLst>
            <pc:docMk/>
            <pc:sldMasterMk cId="1389755788" sldId="2147484000"/>
            <pc:sldLayoutMk cId="4101969924" sldId="2147484016"/>
          </pc:sldLayoutMkLst>
        </pc:sldLayoutChg>
        <pc:sldLayoutChg chg="modTransition">
          <pc:chgData name="Aman Azeem" userId="1d60a98921a71178" providerId="LiveId" clId="{B6FB8432-777D-476A-B39B-8B8297B8892C}" dt="2024-03-14T17:46:40.021" v="1464"/>
          <pc:sldLayoutMkLst>
            <pc:docMk/>
            <pc:sldMasterMk cId="1389755788" sldId="2147484000"/>
            <pc:sldLayoutMk cId="1172129582" sldId="2147484017"/>
          </pc:sldLayoutMkLst>
        </pc:sldLayoutChg>
      </pc:sldMasterChg>
      <pc:sldMasterChg chg="modTransition modSldLayout">
        <pc:chgData name="Aman Azeem" userId="1d60a98921a71178" providerId="LiveId" clId="{B6FB8432-777D-476A-B39B-8B8297B8892C}" dt="2024-03-14T17:46:40.021" v="1464"/>
        <pc:sldMasterMkLst>
          <pc:docMk/>
          <pc:sldMasterMk cId="2465542260" sldId="2147484052"/>
        </pc:sldMasterMkLst>
        <pc:sldLayoutChg chg="modTransition">
          <pc:chgData name="Aman Azeem" userId="1d60a98921a71178" providerId="LiveId" clId="{B6FB8432-777D-476A-B39B-8B8297B8892C}" dt="2024-03-14T17:46:40.021" v="1464"/>
          <pc:sldLayoutMkLst>
            <pc:docMk/>
            <pc:sldMasterMk cId="2465542260" sldId="2147484052"/>
            <pc:sldLayoutMk cId="1739626388" sldId="2147484053"/>
          </pc:sldLayoutMkLst>
        </pc:sldLayoutChg>
        <pc:sldLayoutChg chg="modTransition">
          <pc:chgData name="Aman Azeem" userId="1d60a98921a71178" providerId="LiveId" clId="{B6FB8432-777D-476A-B39B-8B8297B8892C}" dt="2024-03-14T17:46:40.021" v="1464"/>
          <pc:sldLayoutMkLst>
            <pc:docMk/>
            <pc:sldMasterMk cId="2465542260" sldId="2147484052"/>
            <pc:sldLayoutMk cId="2522391462" sldId="2147484054"/>
          </pc:sldLayoutMkLst>
        </pc:sldLayoutChg>
        <pc:sldLayoutChg chg="modTransition">
          <pc:chgData name="Aman Azeem" userId="1d60a98921a71178" providerId="LiveId" clId="{B6FB8432-777D-476A-B39B-8B8297B8892C}" dt="2024-03-14T17:46:40.021" v="1464"/>
          <pc:sldLayoutMkLst>
            <pc:docMk/>
            <pc:sldMasterMk cId="2465542260" sldId="2147484052"/>
            <pc:sldLayoutMk cId="2114732668" sldId="2147484055"/>
          </pc:sldLayoutMkLst>
        </pc:sldLayoutChg>
        <pc:sldLayoutChg chg="modTransition">
          <pc:chgData name="Aman Azeem" userId="1d60a98921a71178" providerId="LiveId" clId="{B6FB8432-777D-476A-B39B-8B8297B8892C}" dt="2024-03-14T17:46:40.021" v="1464"/>
          <pc:sldLayoutMkLst>
            <pc:docMk/>
            <pc:sldMasterMk cId="2465542260" sldId="2147484052"/>
            <pc:sldLayoutMk cId="546881508" sldId="2147484056"/>
          </pc:sldLayoutMkLst>
        </pc:sldLayoutChg>
        <pc:sldLayoutChg chg="modTransition">
          <pc:chgData name="Aman Azeem" userId="1d60a98921a71178" providerId="LiveId" clId="{B6FB8432-777D-476A-B39B-8B8297B8892C}" dt="2024-03-14T17:46:40.021" v="1464"/>
          <pc:sldLayoutMkLst>
            <pc:docMk/>
            <pc:sldMasterMk cId="2465542260" sldId="2147484052"/>
            <pc:sldLayoutMk cId="3368033895" sldId="2147484057"/>
          </pc:sldLayoutMkLst>
        </pc:sldLayoutChg>
        <pc:sldLayoutChg chg="modTransition">
          <pc:chgData name="Aman Azeem" userId="1d60a98921a71178" providerId="LiveId" clId="{B6FB8432-777D-476A-B39B-8B8297B8892C}" dt="2024-03-14T17:46:40.021" v="1464"/>
          <pc:sldLayoutMkLst>
            <pc:docMk/>
            <pc:sldMasterMk cId="2465542260" sldId="2147484052"/>
            <pc:sldLayoutMk cId="2204905" sldId="2147484058"/>
          </pc:sldLayoutMkLst>
        </pc:sldLayoutChg>
        <pc:sldLayoutChg chg="modTransition">
          <pc:chgData name="Aman Azeem" userId="1d60a98921a71178" providerId="LiveId" clId="{B6FB8432-777D-476A-B39B-8B8297B8892C}" dt="2024-03-14T17:46:40.021" v="1464"/>
          <pc:sldLayoutMkLst>
            <pc:docMk/>
            <pc:sldMasterMk cId="2465542260" sldId="2147484052"/>
            <pc:sldLayoutMk cId="2957858779" sldId="2147484059"/>
          </pc:sldLayoutMkLst>
        </pc:sldLayoutChg>
        <pc:sldLayoutChg chg="modTransition">
          <pc:chgData name="Aman Azeem" userId="1d60a98921a71178" providerId="LiveId" clId="{B6FB8432-777D-476A-B39B-8B8297B8892C}" dt="2024-03-14T17:46:40.021" v="1464"/>
          <pc:sldLayoutMkLst>
            <pc:docMk/>
            <pc:sldMasterMk cId="2465542260" sldId="2147484052"/>
            <pc:sldLayoutMk cId="3606115109" sldId="2147484060"/>
          </pc:sldLayoutMkLst>
        </pc:sldLayoutChg>
        <pc:sldLayoutChg chg="modTransition">
          <pc:chgData name="Aman Azeem" userId="1d60a98921a71178" providerId="LiveId" clId="{B6FB8432-777D-476A-B39B-8B8297B8892C}" dt="2024-03-14T17:46:40.021" v="1464"/>
          <pc:sldLayoutMkLst>
            <pc:docMk/>
            <pc:sldMasterMk cId="2465542260" sldId="2147484052"/>
            <pc:sldLayoutMk cId="2431819603" sldId="2147484061"/>
          </pc:sldLayoutMkLst>
        </pc:sldLayoutChg>
        <pc:sldLayoutChg chg="modTransition">
          <pc:chgData name="Aman Azeem" userId="1d60a98921a71178" providerId="LiveId" clId="{B6FB8432-777D-476A-B39B-8B8297B8892C}" dt="2024-03-14T17:46:40.021" v="1464"/>
          <pc:sldLayoutMkLst>
            <pc:docMk/>
            <pc:sldMasterMk cId="2465542260" sldId="2147484052"/>
            <pc:sldLayoutMk cId="3458745509" sldId="2147484062"/>
          </pc:sldLayoutMkLst>
        </pc:sldLayoutChg>
        <pc:sldLayoutChg chg="modTransition">
          <pc:chgData name="Aman Azeem" userId="1d60a98921a71178" providerId="LiveId" clId="{B6FB8432-777D-476A-B39B-8B8297B8892C}" dt="2024-03-14T17:46:40.021" v="1464"/>
          <pc:sldLayoutMkLst>
            <pc:docMk/>
            <pc:sldMasterMk cId="2465542260" sldId="2147484052"/>
            <pc:sldLayoutMk cId="967693639" sldId="2147484063"/>
          </pc:sldLayoutMkLst>
        </pc:sldLayoutChg>
        <pc:sldLayoutChg chg="modTransition">
          <pc:chgData name="Aman Azeem" userId="1d60a98921a71178" providerId="LiveId" clId="{B6FB8432-777D-476A-B39B-8B8297B8892C}" dt="2024-03-14T17:46:40.021" v="1464"/>
          <pc:sldLayoutMkLst>
            <pc:docMk/>
            <pc:sldMasterMk cId="2465542260" sldId="2147484052"/>
            <pc:sldLayoutMk cId="721777780" sldId="2147484064"/>
          </pc:sldLayoutMkLst>
        </pc:sldLayoutChg>
        <pc:sldLayoutChg chg="modTransition">
          <pc:chgData name="Aman Azeem" userId="1d60a98921a71178" providerId="LiveId" clId="{B6FB8432-777D-476A-B39B-8B8297B8892C}" dt="2024-03-14T17:46:40.021" v="1464"/>
          <pc:sldLayoutMkLst>
            <pc:docMk/>
            <pc:sldMasterMk cId="2465542260" sldId="2147484052"/>
            <pc:sldLayoutMk cId="4256502907" sldId="2147484065"/>
          </pc:sldLayoutMkLst>
        </pc:sldLayoutChg>
        <pc:sldLayoutChg chg="modTransition">
          <pc:chgData name="Aman Azeem" userId="1d60a98921a71178" providerId="LiveId" clId="{B6FB8432-777D-476A-B39B-8B8297B8892C}" dt="2024-03-14T17:46:40.021" v="1464"/>
          <pc:sldLayoutMkLst>
            <pc:docMk/>
            <pc:sldMasterMk cId="2465542260" sldId="2147484052"/>
            <pc:sldLayoutMk cId="2845708719" sldId="2147484066"/>
          </pc:sldLayoutMkLst>
        </pc:sldLayoutChg>
        <pc:sldLayoutChg chg="modTransition">
          <pc:chgData name="Aman Azeem" userId="1d60a98921a71178" providerId="LiveId" clId="{B6FB8432-777D-476A-B39B-8B8297B8892C}" dt="2024-03-14T17:46:40.021" v="1464"/>
          <pc:sldLayoutMkLst>
            <pc:docMk/>
            <pc:sldMasterMk cId="2465542260" sldId="2147484052"/>
            <pc:sldLayoutMk cId="3339674539" sldId="2147484067"/>
          </pc:sldLayoutMkLst>
        </pc:sldLayoutChg>
        <pc:sldLayoutChg chg="modTransition">
          <pc:chgData name="Aman Azeem" userId="1d60a98921a71178" providerId="LiveId" clId="{B6FB8432-777D-476A-B39B-8B8297B8892C}" dt="2024-03-14T17:46:40.021" v="1464"/>
          <pc:sldLayoutMkLst>
            <pc:docMk/>
            <pc:sldMasterMk cId="2465542260" sldId="2147484052"/>
            <pc:sldLayoutMk cId="2108349644" sldId="2147484068"/>
          </pc:sldLayoutMkLst>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5F3F304F-5061-4F86-913B-AC68B72C7B8C}" type="datetimeFigureOut">
              <a:rPr lang="en-IN" smtClean="0"/>
              <a:t>15-03-2024</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282482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3F304F-5061-4F86-913B-AC68B72C7B8C}" type="datetimeFigureOut">
              <a:rPr lang="en-IN" smtClean="0"/>
              <a:t>15-03-2024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34743011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5F3F304F-5061-4F86-913B-AC68B72C7B8C}" type="datetimeFigureOut">
              <a:rPr lang="en-IN" smtClean="0"/>
              <a:t>15-03-2024</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1404571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3F304F-5061-4F86-913B-AC68B72C7B8C}" type="datetimeFigureOut">
              <a:rPr lang="en-IN" smtClean="0"/>
              <a:t>15-03-2024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19329747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3F304F-5061-4F86-913B-AC68B72C7B8C}" type="datetimeFigureOut">
              <a:rPr lang="en-IN" smtClean="0"/>
              <a:t>15-03-2024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10582914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F3F304F-5061-4F86-913B-AC68B72C7B8C}" type="datetimeFigureOut">
              <a:rPr lang="en-IN" smtClean="0"/>
              <a:t>15-03-2024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40591997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3F304F-5061-4F86-913B-AC68B72C7B8C}" type="datetimeFigureOut">
              <a:rPr lang="en-IN" smtClean="0"/>
              <a:t>15-03-2024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21559168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3F304F-5061-4F86-913B-AC68B72C7B8C}" type="datetimeFigureOut">
              <a:rPr lang="en-IN" smtClean="0"/>
              <a:t>15-03-2024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1904715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3F304F-5061-4F86-913B-AC68B72C7B8C}" type="datetimeFigureOut">
              <a:rPr lang="en-IN" smtClean="0"/>
              <a:t>15-03-2024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31905906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3F304F-5061-4F86-913B-AC68B72C7B8C}" type="datetimeFigureOut">
              <a:rPr lang="en-IN" smtClean="0"/>
              <a:t>15-03-2024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3531453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5F3F304F-5061-4F86-913B-AC68B72C7B8C}" type="datetimeFigureOut">
              <a:rPr lang="en-IN" smtClean="0"/>
              <a:t>15-03-2024</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24061186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5F3F304F-5061-4F86-913B-AC68B72C7B8C}" type="datetimeFigureOut">
              <a:rPr lang="en-IN" smtClean="0"/>
              <a:t>15-03-2024</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9CED6FA7-7B92-4281-883F-8B85DEEEF25E}"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399918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5F3F304F-5061-4F86-913B-AC68B72C7B8C}" type="datetimeFigureOut">
              <a:rPr lang="en-IN" smtClean="0"/>
              <a:t>15-03-2024</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29789779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F3F304F-5061-4F86-913B-AC68B72C7B8C}" type="datetimeFigureOut">
              <a:rPr lang="en-IN" smtClean="0"/>
              <a:t>15-03-2024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378335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F3F304F-5061-4F86-913B-AC68B72C7B8C}" type="datetimeFigureOut">
              <a:rPr lang="en-IN" smtClean="0"/>
              <a:t>15-03-2024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2650367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3F304F-5061-4F86-913B-AC68B72C7B8C}" type="datetimeFigureOut">
              <a:rPr lang="en-IN" smtClean="0"/>
              <a:t>15-03-2024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41019699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5F3F304F-5061-4F86-913B-AC68B72C7B8C}" type="datetimeFigureOut">
              <a:rPr lang="en-IN" smtClean="0"/>
              <a:t>15-03-2024</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11721295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F3F304F-5061-4F86-913B-AC68B72C7B8C}" type="datetimeFigureOut">
              <a:rPr lang="en-IN" smtClean="0"/>
              <a:t>15-03-2024</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17396263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3F304F-5061-4F86-913B-AC68B72C7B8C}" type="datetimeFigureOut">
              <a:rPr lang="en-IN" smtClean="0"/>
              <a:t>15-03-2024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25223914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3F304F-5061-4F86-913B-AC68B72C7B8C}" type="datetimeFigureOut">
              <a:rPr lang="en-IN" smtClean="0"/>
              <a:t>15-03-2024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21147326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3F304F-5061-4F86-913B-AC68B72C7B8C}" type="datetimeFigureOut">
              <a:rPr lang="en-IN" smtClean="0"/>
              <a:t>15-03-2024</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5468815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3F304F-5061-4F86-913B-AC68B72C7B8C}" type="datetimeFigureOut">
              <a:rPr lang="en-IN" smtClean="0"/>
              <a:t>15-03-2024</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3368033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F3F304F-5061-4F86-913B-AC68B72C7B8C}" type="datetimeFigureOut">
              <a:rPr lang="en-IN" smtClean="0"/>
              <a:t>15-03-2024</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22049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3F304F-5061-4F86-913B-AC68B72C7B8C}" type="datetimeFigureOut">
              <a:rPr lang="en-IN" smtClean="0"/>
              <a:t>15-03-2024</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29578587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3F304F-5061-4F86-913B-AC68B72C7B8C}" type="datetimeFigureOut">
              <a:rPr lang="en-IN" smtClean="0"/>
              <a:t>15-03-2024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36061151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3F304F-5061-4F86-913B-AC68B72C7B8C}" type="datetimeFigureOut">
              <a:rPr lang="en-IN" smtClean="0"/>
              <a:t>15-03-2024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24318196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3F304F-5061-4F86-913B-AC68B72C7B8C}" type="datetimeFigureOut">
              <a:rPr lang="en-IN" smtClean="0"/>
              <a:t>15-03-2024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34587455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3F304F-5061-4F86-913B-AC68B72C7B8C}" type="datetimeFigureOut">
              <a:rPr lang="en-IN" smtClean="0"/>
              <a:t>15-03-2024</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CED6FA7-7B92-4281-883F-8B85DEEEF25E}"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676936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F3F304F-5061-4F86-913B-AC68B72C7B8C}" type="datetimeFigureOut">
              <a:rPr lang="en-IN" smtClean="0"/>
              <a:t>15-03-2024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7217777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F3F304F-5061-4F86-913B-AC68B72C7B8C}" type="datetimeFigureOut">
              <a:rPr lang="en-IN" smtClean="0"/>
              <a:t>15-03-2024</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CED6FA7-7B92-4281-883F-8B85DEEEF25E}"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56502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F3F304F-5061-4F86-913B-AC68B72C7B8C}" type="datetimeFigureOut">
              <a:rPr lang="en-IN" smtClean="0"/>
              <a:t>15-03-2024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2845708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3F304F-5061-4F86-913B-AC68B72C7B8C}" type="datetimeFigureOut">
              <a:rPr lang="en-IN" smtClean="0"/>
              <a:t>15-03-2024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3339674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3F304F-5061-4F86-913B-AC68B72C7B8C}" type="datetimeFigureOut">
              <a:rPr lang="en-IN" smtClean="0"/>
              <a:t>15-03-2024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CED6FA7-7B92-4281-883F-8B85DEEEF25E}" type="slidenum">
              <a:rPr lang="en-IN" smtClean="0"/>
              <a:t>‹#›</a:t>
            </a:fld>
            <a:endParaRPr lang="en-IN"/>
          </a:p>
        </p:txBody>
      </p:sp>
    </p:spTree>
    <p:extLst>
      <p:ext uri="{BB962C8B-B14F-4D97-AF65-F5344CB8AC3E}">
        <p14:creationId xmlns:p14="http://schemas.microsoft.com/office/powerpoint/2010/main" val="21083496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theme" Target="../theme/theme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F3F304F-5061-4F86-913B-AC68B72C7B8C}" type="datetimeFigureOut">
              <a:rPr lang="en-IN" smtClean="0"/>
              <a:t>15-03-2024</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CED6FA7-7B92-4281-883F-8B85DEEEF25E}" type="slidenum">
              <a:rPr lang="en-IN" smtClean="0"/>
              <a:t>‹#›</a:t>
            </a:fld>
            <a:endParaRPr lang="en-IN"/>
          </a:p>
        </p:txBody>
      </p:sp>
    </p:spTree>
    <p:extLst>
      <p:ext uri="{BB962C8B-B14F-4D97-AF65-F5344CB8AC3E}">
        <p14:creationId xmlns:p14="http://schemas.microsoft.com/office/powerpoint/2010/main" val="1389755788"/>
      </p:ext>
    </p:extLst>
  </p:cSld>
  <p:clrMap bg1="dk1" tx1="lt1" bg2="dk2" tx2="lt2" accent1="accent1" accent2="accent2" accent3="accent3" accent4="accent4" accent5="accent5" accent6="accent6" hlink="hlink" folHlink="folHlink"/>
  <p:sldLayoutIdLst>
    <p:sldLayoutId id="2147484001" r:id="rId1"/>
    <p:sldLayoutId id="2147484002" r:id="rId2"/>
    <p:sldLayoutId id="2147484003" r:id="rId3"/>
    <p:sldLayoutId id="2147484004" r:id="rId4"/>
    <p:sldLayoutId id="2147484005" r:id="rId5"/>
    <p:sldLayoutId id="2147484006" r:id="rId6"/>
    <p:sldLayoutId id="2147484007" r:id="rId7"/>
    <p:sldLayoutId id="2147484008" r:id="rId8"/>
    <p:sldLayoutId id="2147484009" r:id="rId9"/>
    <p:sldLayoutId id="2147484010" r:id="rId10"/>
    <p:sldLayoutId id="2147484011" r:id="rId11"/>
    <p:sldLayoutId id="2147484012" r:id="rId12"/>
    <p:sldLayoutId id="2147484013" r:id="rId13"/>
    <p:sldLayoutId id="2147484014" r:id="rId14"/>
    <p:sldLayoutId id="2147484015" r:id="rId15"/>
    <p:sldLayoutId id="2147484016" r:id="rId16"/>
    <p:sldLayoutId id="2147484017" r:id="rId17"/>
  </p:sldLayoutIdLst>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F3F304F-5061-4F86-913B-AC68B72C7B8C}" type="datetimeFigureOut">
              <a:rPr lang="en-IN" smtClean="0"/>
              <a:t>15-03-2024</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CED6FA7-7B92-4281-883F-8B85DEEEF25E}" type="slidenum">
              <a:rPr lang="en-IN" smtClean="0"/>
              <a:t>‹#›</a:t>
            </a:fld>
            <a:endParaRPr lang="en-IN"/>
          </a:p>
        </p:txBody>
      </p:sp>
    </p:spTree>
    <p:extLst>
      <p:ext uri="{BB962C8B-B14F-4D97-AF65-F5344CB8AC3E}">
        <p14:creationId xmlns:p14="http://schemas.microsoft.com/office/powerpoint/2010/main" val="2465542260"/>
      </p:ext>
    </p:extLst>
  </p:cSld>
  <p:clrMap bg1="lt1" tx1="dk1" bg2="lt2" tx2="dk2" accent1="accent1" accent2="accent2" accent3="accent3" accent4="accent4" accent5="accent5" accent6="accent6" hlink="hlink" folHlink="folHlink"/>
  <p:sldLayoutIdLst>
    <p:sldLayoutId id="2147484053" r:id="rId1"/>
    <p:sldLayoutId id="2147484054" r:id="rId2"/>
    <p:sldLayoutId id="2147484055" r:id="rId3"/>
    <p:sldLayoutId id="2147484056" r:id="rId4"/>
    <p:sldLayoutId id="2147484057" r:id="rId5"/>
    <p:sldLayoutId id="2147484058" r:id="rId6"/>
    <p:sldLayoutId id="2147484059" r:id="rId7"/>
    <p:sldLayoutId id="2147484060" r:id="rId8"/>
    <p:sldLayoutId id="2147484061" r:id="rId9"/>
    <p:sldLayoutId id="2147484062" r:id="rId10"/>
    <p:sldLayoutId id="2147484063" r:id="rId11"/>
    <p:sldLayoutId id="2147484064" r:id="rId12"/>
    <p:sldLayoutId id="2147484065" r:id="rId13"/>
    <p:sldLayoutId id="2147484066" r:id="rId14"/>
    <p:sldLayoutId id="2147484067" r:id="rId15"/>
    <p:sldLayoutId id="2147484068" r:id="rId16"/>
  </p:sldLayoutIdLst>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7F9AC-7FBC-2530-E55E-B078286FB158}"/>
              </a:ext>
            </a:extLst>
          </p:cNvPr>
          <p:cNvSpPr>
            <a:spLocks noGrp="1"/>
          </p:cNvSpPr>
          <p:nvPr>
            <p:ph type="ctrTitle"/>
          </p:nvPr>
        </p:nvSpPr>
        <p:spPr>
          <a:xfrm>
            <a:off x="0" y="1058780"/>
            <a:ext cx="12192000" cy="4552750"/>
          </a:xfrm>
        </p:spPr>
        <p:txBody>
          <a:bodyPr>
            <a:noAutofit/>
          </a:bodyPr>
          <a:lstStyle/>
          <a:p>
            <a:pPr algn="ctr"/>
            <a:r>
              <a:rPr lang="en-IN" sz="3200" b="1" i="1" dirty="0"/>
              <a:t>“ </a:t>
            </a:r>
            <a:r>
              <a:rPr lang="en-IN" sz="4400" b="1" i="1" dirty="0"/>
              <a:t>nurse scheduling problem using </a:t>
            </a:r>
            <a:br>
              <a:rPr lang="en-IN" sz="4400" b="1" i="1" dirty="0"/>
            </a:br>
            <a:r>
              <a:rPr lang="en-IN" sz="4400" b="1" i="1" dirty="0"/>
              <a:t>Quantum Annealing”</a:t>
            </a:r>
            <a:br>
              <a:rPr lang="en-IN" sz="3200" b="1" dirty="0"/>
            </a:br>
            <a:br>
              <a:rPr lang="en-IN" sz="3200" b="1" dirty="0"/>
            </a:br>
            <a:r>
              <a:rPr lang="en-IN" sz="3200" b="1" dirty="0"/>
              <a:t>presented by: </a:t>
            </a:r>
            <a:r>
              <a:rPr lang="en-IN" sz="3200" b="1" i="1" dirty="0"/>
              <a:t>Aman Azeem</a:t>
            </a:r>
            <a:br>
              <a:rPr lang="en-IN" sz="3200" b="1" i="1" dirty="0"/>
            </a:br>
            <a:r>
              <a:rPr lang="en-IN" sz="3200" b="1" i="1" dirty="0"/>
              <a:t>           		  (2101026)</a:t>
            </a:r>
            <a:br>
              <a:rPr lang="en-IN" sz="3200" b="1" i="1" dirty="0"/>
            </a:br>
            <a:br>
              <a:rPr lang="en-IN" sz="3200" b="1" i="1" dirty="0"/>
            </a:br>
            <a:r>
              <a:rPr lang="en-IN" sz="3200" b="1" dirty="0"/>
              <a:t>guidance under: </a:t>
            </a:r>
            <a:r>
              <a:rPr lang="en-IN" sz="3200" b="1" i="1" dirty="0" err="1"/>
              <a:t>Dr.</a:t>
            </a:r>
            <a:r>
              <a:rPr lang="en-IN" sz="3200" b="1" i="1" dirty="0"/>
              <a:t> Nilotpal Chakraborty</a:t>
            </a:r>
            <a:br>
              <a:rPr lang="en-IN" sz="3200" b="1" i="1" dirty="0"/>
            </a:br>
            <a:br>
              <a:rPr lang="en-IN" sz="3200" b="1" i="1" dirty="0"/>
            </a:br>
            <a:endParaRPr lang="en-IN" sz="3200" b="1" i="1" dirty="0"/>
          </a:p>
        </p:txBody>
      </p:sp>
    </p:spTree>
    <p:extLst>
      <p:ext uri="{BB962C8B-B14F-4D97-AF65-F5344CB8AC3E}">
        <p14:creationId xmlns:p14="http://schemas.microsoft.com/office/powerpoint/2010/main" val="30785510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E89AE-DA61-A262-926B-1EF6114C79FF}"/>
              </a:ext>
            </a:extLst>
          </p:cNvPr>
          <p:cNvSpPr>
            <a:spLocks noGrp="1"/>
          </p:cNvSpPr>
          <p:nvPr>
            <p:ph type="title"/>
          </p:nvPr>
        </p:nvSpPr>
        <p:spPr>
          <a:xfrm>
            <a:off x="2271563" y="365760"/>
            <a:ext cx="9233050" cy="1767840"/>
          </a:xfrm>
        </p:spPr>
        <p:txBody>
          <a:bodyPr>
            <a:normAutofit/>
          </a:bodyPr>
          <a:lstStyle/>
          <a:p>
            <a:r>
              <a:rPr lang="en-US" sz="4000" b="1" dirty="0"/>
              <a:t>A brief Introduction to Quantum Computing</a:t>
            </a:r>
            <a:r>
              <a:rPr lang="en-US" b="1" dirty="0"/>
              <a:t>		</a:t>
            </a:r>
            <a:endParaRPr lang="en-IN" b="1" dirty="0"/>
          </a:p>
        </p:txBody>
      </p:sp>
      <p:sp>
        <p:nvSpPr>
          <p:cNvPr id="3" name="Content Placeholder 2">
            <a:extLst>
              <a:ext uri="{FF2B5EF4-FFF2-40B4-BE49-F238E27FC236}">
                <a16:creationId xmlns:a16="http://schemas.microsoft.com/office/drawing/2014/main" id="{9E28129A-94D3-6D7D-7A25-C112ACAB70F3}"/>
              </a:ext>
            </a:extLst>
          </p:cNvPr>
          <p:cNvSpPr>
            <a:spLocks noGrp="1"/>
          </p:cNvSpPr>
          <p:nvPr>
            <p:ph idx="1"/>
          </p:nvPr>
        </p:nvSpPr>
        <p:spPr/>
        <p:txBody>
          <a:bodyPr>
            <a:normAutofit lnSpcReduction="10000"/>
          </a:bodyPr>
          <a:lstStyle/>
          <a:p>
            <a:pPr algn="just"/>
            <a:r>
              <a:rPr lang="en-US" sz="2400" i="0" dirty="0">
                <a:effectLst/>
                <a:latin typeface="Calibri" panose="020F0502020204030204" pitchFamily="34" charset="0"/>
                <a:ea typeface="Calibri" panose="020F0502020204030204" pitchFamily="34" charset="0"/>
                <a:cs typeface="Calibri" panose="020F0502020204030204" pitchFamily="34" charset="0"/>
              </a:rPr>
              <a:t>Quantum computing is a rapidly emerging technology that utilizes the principles of quantum mechanics to perform computations. Unlike classical computers that use bits to represent information as either 0 or 1, quantum computers use qubits, which can represent both 0 and 1 simultaneously due to a phenomenon called superposition.</a:t>
            </a:r>
          </a:p>
          <a:p>
            <a:pPr algn="just"/>
            <a:r>
              <a:rPr lang="en-US" sz="2400" dirty="0">
                <a:latin typeface="Calibri" panose="020F0502020204030204" pitchFamily="34" charset="0"/>
                <a:ea typeface="Calibri" panose="020F0502020204030204" pitchFamily="34" charset="0"/>
                <a:cs typeface="Calibri" panose="020F0502020204030204" pitchFamily="34" charset="0"/>
              </a:rPr>
              <a:t>This allows Quantum Computers to process information in parallel through multiple states (For n bits, no of states is 2^n). This makes quantum computers several million times more powerful than current generation computers/laptops.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768658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3AAD3-E090-2F61-AAB9-9CF16D3DC98C}"/>
              </a:ext>
            </a:extLst>
          </p:cNvPr>
          <p:cNvSpPr>
            <a:spLocks noGrp="1"/>
          </p:cNvSpPr>
          <p:nvPr>
            <p:ph type="title"/>
          </p:nvPr>
        </p:nvSpPr>
        <p:spPr>
          <a:xfrm>
            <a:off x="2589212" y="518232"/>
            <a:ext cx="8911687" cy="1280890"/>
          </a:xfrm>
        </p:spPr>
        <p:txBody>
          <a:bodyPr>
            <a:normAutofit/>
          </a:bodyPr>
          <a:lstStyle/>
          <a:p>
            <a:r>
              <a:rPr lang="en-IN" sz="4000" b="1" dirty="0"/>
              <a:t>Nurse Scheduling Problem</a:t>
            </a:r>
          </a:p>
        </p:txBody>
      </p:sp>
      <p:sp>
        <p:nvSpPr>
          <p:cNvPr id="3" name="Content Placeholder 2">
            <a:extLst>
              <a:ext uri="{FF2B5EF4-FFF2-40B4-BE49-F238E27FC236}">
                <a16:creationId xmlns:a16="http://schemas.microsoft.com/office/drawing/2014/main" id="{64A756FA-60B1-9864-BA38-04F84B8B84AA}"/>
              </a:ext>
            </a:extLst>
          </p:cNvPr>
          <p:cNvSpPr>
            <a:spLocks noGrp="1"/>
          </p:cNvSpPr>
          <p:nvPr>
            <p:ph idx="1"/>
          </p:nvPr>
        </p:nvSpPr>
        <p:spPr>
          <a:xfrm>
            <a:off x="2589212" y="1969970"/>
            <a:ext cx="8915400" cy="3777622"/>
          </a:xfrm>
        </p:spPr>
        <p:txBody>
          <a:bodyPr>
            <a:no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The Nurse Scheduling Problem (NSP) is a well-known optimization problem in the field of operations research and scheduling. It involves assigning shifts to a group of nurses over a specified time period while satisfying various constraints and objectives. The goal is to create an efficient and fair schedule that meets the staffing requirements of a healthcare facility, minimizes costs, and ensures that each nurse is assigned a reasonable workload.</a:t>
            </a:r>
          </a:p>
        </p:txBody>
      </p:sp>
    </p:spTree>
    <p:extLst>
      <p:ext uri="{BB962C8B-B14F-4D97-AF65-F5344CB8AC3E}">
        <p14:creationId xmlns:p14="http://schemas.microsoft.com/office/powerpoint/2010/main" val="2543294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D7299B-2E7C-BA19-086D-6699B03AA2A1}"/>
              </a:ext>
            </a:extLst>
          </p:cNvPr>
          <p:cNvSpPr>
            <a:spLocks noGrp="1"/>
          </p:cNvSpPr>
          <p:nvPr>
            <p:ph idx="1"/>
          </p:nvPr>
        </p:nvSpPr>
        <p:spPr>
          <a:xfrm>
            <a:off x="1655544" y="365760"/>
            <a:ext cx="10202779" cy="5322770"/>
          </a:xfrm>
        </p:spPr>
        <p:txBody>
          <a:bodyPr>
            <a:noAutofit/>
          </a:bodyPr>
          <a:lstStyle/>
          <a:p>
            <a:pPr marL="0" indent="0" algn="just">
              <a:buNone/>
            </a:pPr>
            <a:r>
              <a:rPr lang="en-US" sz="2200" dirty="0">
                <a:latin typeface="Calibri" panose="020F0502020204030204" pitchFamily="34" charset="0"/>
                <a:ea typeface="Calibri" panose="020F0502020204030204" pitchFamily="34" charset="0"/>
                <a:cs typeface="Calibri" panose="020F0502020204030204" pitchFamily="34" charset="0"/>
              </a:rPr>
              <a:t>The key elements and challenges of the Nurse Scheduling Problem include:</a:t>
            </a:r>
            <a:endParaRPr lang="en-US" sz="2200" b="1"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AutoNum type="arabicParenR"/>
            </a:pPr>
            <a:r>
              <a:rPr lang="en-US" sz="2200" b="1" dirty="0">
                <a:latin typeface="Calibri" panose="020F0502020204030204" pitchFamily="34" charset="0"/>
                <a:ea typeface="Calibri" panose="020F0502020204030204" pitchFamily="34" charset="0"/>
                <a:cs typeface="Calibri" panose="020F0502020204030204" pitchFamily="34" charset="0"/>
              </a:rPr>
              <a:t>Shifts and Workload:</a:t>
            </a:r>
            <a:r>
              <a:rPr lang="en-US" sz="2200" dirty="0">
                <a:latin typeface="Calibri" panose="020F0502020204030204" pitchFamily="34" charset="0"/>
                <a:ea typeface="Calibri" panose="020F0502020204030204" pitchFamily="34" charset="0"/>
                <a:cs typeface="Calibri" panose="020F0502020204030204" pitchFamily="34" charset="0"/>
              </a:rPr>
              <a:t> The problem typically involves different types of shifts (e.g., day shifts, night shifts and late night shifts) and each nurse has preferences or constraints on the types and number of shifts they are willing or allowed to work. The total workload and the distribution of shifts among nurses must be balanced.</a:t>
            </a:r>
          </a:p>
          <a:p>
            <a:pPr marL="0" indent="0" algn="just">
              <a:buNone/>
            </a:pPr>
            <a:endParaRPr lang="en-US" sz="22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2200" b="1" dirty="0">
                <a:solidFill>
                  <a:srgbClr val="C00000"/>
                </a:solidFill>
                <a:latin typeface="Calibri" panose="020F0502020204030204" pitchFamily="34" charset="0"/>
                <a:ea typeface="Calibri" panose="020F0502020204030204" pitchFamily="34" charset="0"/>
                <a:cs typeface="Calibri" panose="020F0502020204030204" pitchFamily="34" charset="0"/>
              </a:rPr>
              <a:t>2)</a:t>
            </a:r>
            <a:r>
              <a:rPr lang="en-US" sz="2200" b="1" dirty="0">
                <a:latin typeface="Calibri" panose="020F0502020204030204" pitchFamily="34" charset="0"/>
                <a:ea typeface="Calibri" panose="020F0502020204030204" pitchFamily="34" charset="0"/>
                <a:cs typeface="Calibri" panose="020F0502020204030204" pitchFamily="34" charset="0"/>
              </a:rPr>
              <a:t>   Skills and Constraints:</a:t>
            </a:r>
            <a:r>
              <a:rPr lang="en-US" sz="2200" dirty="0">
                <a:latin typeface="Calibri" panose="020F0502020204030204" pitchFamily="34" charset="0"/>
                <a:ea typeface="Calibri" panose="020F0502020204030204" pitchFamily="34" charset="0"/>
                <a:cs typeface="Calibri" panose="020F0502020204030204" pitchFamily="34" charset="0"/>
              </a:rPr>
              <a:t> Nurses often have different skill sets or certifications, and certain shifts may require specific skills. Some constraints are listed below:</a:t>
            </a:r>
          </a:p>
          <a:p>
            <a:pPr marL="514350" indent="-514350" algn="just">
              <a:buFont typeface="+mj-lt"/>
              <a:buAutoNum type="alphaLcPeriod"/>
            </a:pPr>
            <a:r>
              <a:rPr lang="en-US" sz="2200" b="0" i="0"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One nurse is newly qualified </a:t>
            </a:r>
            <a:r>
              <a:rPr lang="en-US" sz="2200" dirty="0">
                <a:solidFill>
                  <a:srgbClr val="202122"/>
                </a:solidFill>
                <a:latin typeface="Calibri" panose="020F0502020204030204" pitchFamily="34" charset="0"/>
                <a:ea typeface="Calibri" panose="020F0502020204030204" pitchFamily="34" charset="0"/>
                <a:cs typeface="Calibri" panose="020F0502020204030204" pitchFamily="34" charset="0"/>
              </a:rPr>
              <a:t>so, she </a:t>
            </a:r>
            <a:r>
              <a:rPr lang="en-US" sz="2200" b="0" i="0"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must be paired with an experienced nurse.</a:t>
            </a:r>
            <a:r>
              <a:rPr lang="en-US" sz="2200" dirty="0">
                <a:latin typeface="Calibri" panose="020F0502020204030204" pitchFamily="34" charset="0"/>
                <a:ea typeface="Calibri" panose="020F0502020204030204" pitchFamily="34" charset="0"/>
                <a:cs typeface="Calibri" panose="020F0502020204030204" pitchFamily="34" charset="0"/>
              </a:rPr>
              <a:t> </a:t>
            </a:r>
          </a:p>
          <a:p>
            <a:pPr marL="514350" indent="-514350" algn="just">
              <a:buFont typeface="+mj-lt"/>
              <a:buAutoNum type="alphaLcPeriod"/>
            </a:pPr>
            <a:r>
              <a:rPr lang="en-US" sz="2200" dirty="0">
                <a:latin typeface="Calibri" panose="020F0502020204030204" pitchFamily="34" charset="0"/>
                <a:ea typeface="Calibri" panose="020F0502020204030204" pitchFamily="34" charset="0"/>
                <a:cs typeface="Calibri" panose="020F0502020204030204" pitchFamily="34" charset="0"/>
              </a:rPr>
              <a:t>Two nurses dislike each other and thus cannot work on the same shift because of that.</a:t>
            </a:r>
          </a:p>
          <a:p>
            <a:pPr marL="514350" indent="-514350" algn="just">
              <a:buFont typeface="+mj-lt"/>
              <a:buAutoNum type="alphaLcPeriod"/>
            </a:pPr>
            <a:r>
              <a:rPr lang="en-US" sz="2200" dirty="0">
                <a:latin typeface="Calibri" panose="020F0502020204030204" pitchFamily="34" charset="0"/>
                <a:ea typeface="Calibri" panose="020F0502020204030204" pitchFamily="34" charset="0"/>
                <a:cs typeface="Calibri" panose="020F0502020204030204" pitchFamily="34" charset="0"/>
              </a:rPr>
              <a:t>A nurse may not be comfortable with late-night shifts.</a:t>
            </a:r>
          </a:p>
          <a:p>
            <a:pPr marL="514350" indent="-514350" algn="just">
              <a:buFont typeface="+mj-lt"/>
              <a:buAutoNum type="alphaLcPeriod"/>
            </a:pPr>
            <a:r>
              <a:rPr lang="en-US" sz="2200" dirty="0">
                <a:latin typeface="Calibri" panose="020F0502020204030204" pitchFamily="34" charset="0"/>
                <a:ea typeface="Calibri" panose="020F0502020204030204" pitchFamily="34" charset="0"/>
                <a:cs typeface="Calibri" panose="020F0502020204030204" pitchFamily="34" charset="0"/>
              </a:rPr>
              <a:t>Certain no of nurses should be 24x7 assigned in the emergency ward.</a:t>
            </a:r>
          </a:p>
        </p:txBody>
      </p:sp>
    </p:spTree>
    <p:extLst>
      <p:ext uri="{BB962C8B-B14F-4D97-AF65-F5344CB8AC3E}">
        <p14:creationId xmlns:p14="http://schemas.microsoft.com/office/powerpoint/2010/main" val="38354441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9ADE7-1DED-3B08-212F-545A8AC7ECA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FE2DEF-AE05-CAA7-2297-2A779558C52C}"/>
              </a:ext>
            </a:extLst>
          </p:cNvPr>
          <p:cNvSpPr>
            <a:spLocks noGrp="1"/>
          </p:cNvSpPr>
          <p:nvPr>
            <p:ph idx="1"/>
          </p:nvPr>
        </p:nvSpPr>
        <p:spPr>
          <a:xfrm>
            <a:off x="1645920" y="327259"/>
            <a:ext cx="10241280" cy="5621153"/>
          </a:xfrm>
        </p:spPr>
        <p:txBody>
          <a:bodyPr>
            <a:normAutofit/>
          </a:bodyPr>
          <a:lstStyle/>
          <a:p>
            <a:pPr marL="0" indent="0" algn="just">
              <a:buNone/>
            </a:pPr>
            <a:endParaRPr lang="en-US" sz="2200"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2200" dirty="0">
                <a:solidFill>
                  <a:srgbClr val="C00000"/>
                </a:solidFill>
                <a:latin typeface="Calibri" panose="020F0502020204030204" pitchFamily="34" charset="0"/>
                <a:ea typeface="Calibri" panose="020F0502020204030204" pitchFamily="34" charset="0"/>
                <a:cs typeface="Calibri" panose="020F0502020204030204" pitchFamily="34" charset="0"/>
              </a:rPr>
              <a:t>e.</a:t>
            </a:r>
            <a:r>
              <a:rPr lang="en-US" sz="2200" dirty="0">
                <a:latin typeface="Calibri" panose="020F0502020204030204" pitchFamily="34" charset="0"/>
                <a:ea typeface="Calibri" panose="020F0502020204030204" pitchFamily="34" charset="0"/>
                <a:cs typeface="Calibri" panose="020F0502020204030204" pitchFamily="34" charset="0"/>
              </a:rPr>
              <a:t>   A nurse might be taking a leave on a certain day. So, the algorithm should divide her shifts to other nurses for the respective day.</a:t>
            </a:r>
          </a:p>
          <a:p>
            <a:pPr marL="0" indent="0" algn="just">
              <a:buNone/>
            </a:pPr>
            <a:r>
              <a:rPr lang="en-US" sz="2200" dirty="0">
                <a:latin typeface="Calibri" panose="020F0502020204030204" pitchFamily="34" charset="0"/>
                <a:ea typeface="Calibri" panose="020F0502020204030204" pitchFamily="34" charset="0"/>
                <a:cs typeface="Calibri" panose="020F0502020204030204" pitchFamily="34" charset="0"/>
              </a:rPr>
              <a:t>The scheduling solution must ensure that the necessary skills are present during each shift.</a:t>
            </a:r>
          </a:p>
          <a:p>
            <a:pPr marL="457200" indent="-457200" algn="just">
              <a:buAutoNum type="arabicParenR" startAt="3"/>
            </a:pPr>
            <a:r>
              <a:rPr lang="en-US" sz="2200" b="1" dirty="0">
                <a:latin typeface="Calibri" panose="020F0502020204030204" pitchFamily="34" charset="0"/>
                <a:ea typeface="Calibri" panose="020F0502020204030204" pitchFamily="34" charset="0"/>
                <a:cs typeface="Calibri" panose="020F0502020204030204" pitchFamily="34" charset="0"/>
              </a:rPr>
              <a:t>Fairness:</a:t>
            </a:r>
            <a:r>
              <a:rPr lang="en-US" sz="2200" dirty="0">
                <a:latin typeface="Calibri" panose="020F0502020204030204" pitchFamily="34" charset="0"/>
                <a:ea typeface="Calibri" panose="020F0502020204030204" pitchFamily="34" charset="0"/>
                <a:cs typeface="Calibri" panose="020F0502020204030204" pitchFamily="34" charset="0"/>
              </a:rPr>
              <a:t> Fairness considerations may be included in the objective function. For example, the schedule should aim to distribute undesirable shifts (such as night shifts) fairly among the nursing staff.</a:t>
            </a:r>
          </a:p>
          <a:p>
            <a:pPr marL="0" indent="0" algn="just">
              <a:buNone/>
            </a:pPr>
            <a:r>
              <a:rPr lang="en-US" sz="2200" b="1" dirty="0">
                <a:solidFill>
                  <a:srgbClr val="C00000"/>
                </a:solidFill>
                <a:latin typeface="Calibri" panose="020F0502020204030204" pitchFamily="34" charset="0"/>
                <a:ea typeface="Calibri" panose="020F0502020204030204" pitchFamily="34" charset="0"/>
                <a:cs typeface="Calibri" panose="020F0502020204030204" pitchFamily="34" charset="0"/>
              </a:rPr>
              <a:t>4)</a:t>
            </a:r>
            <a:r>
              <a:rPr lang="en-US" sz="2200" b="1" dirty="0">
                <a:latin typeface="Calibri" panose="020F0502020204030204" pitchFamily="34" charset="0"/>
                <a:ea typeface="Calibri" panose="020F0502020204030204" pitchFamily="34" charset="0"/>
                <a:cs typeface="Calibri" panose="020F0502020204030204" pitchFamily="34" charset="0"/>
              </a:rPr>
              <a:t> Costs and Optimization Objectives: </a:t>
            </a:r>
            <a:r>
              <a:rPr lang="en-US" sz="2200" dirty="0">
                <a:latin typeface="Calibri" panose="020F0502020204030204" pitchFamily="34" charset="0"/>
                <a:ea typeface="Calibri" panose="020F0502020204030204" pitchFamily="34" charset="0"/>
                <a:cs typeface="Calibri" panose="020F0502020204030204" pitchFamily="34" charset="0"/>
              </a:rPr>
              <a:t>The objective of the scheduling problem is often to minimize costs associated with overtime, underutilization of nurses, or other factors. This involves finding an optimal balance between meeting the demand for nursing coverage and minimizing associated costs.</a:t>
            </a:r>
          </a:p>
          <a:p>
            <a:pPr marL="457200" indent="-457200" algn="just">
              <a:buAutoNum type="arabicParenR" startAt="3"/>
            </a:pPr>
            <a:endParaRPr lang="en-US" sz="22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endParaRPr lang="en-US" sz="22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endParaRPr lang="en-IN" sz="2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109186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9E421-C3A1-D1D9-3355-DF92614EC0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BBD490-6844-9743-3F22-C16B2AE8785A}"/>
              </a:ext>
            </a:extLst>
          </p:cNvPr>
          <p:cNvSpPr>
            <a:spLocks noGrp="1"/>
          </p:cNvSpPr>
          <p:nvPr>
            <p:ph idx="1"/>
          </p:nvPr>
        </p:nvSpPr>
        <p:spPr>
          <a:xfrm>
            <a:off x="1684419" y="1819174"/>
            <a:ext cx="10260531" cy="3041583"/>
          </a:xfrm>
        </p:spPr>
        <p:txBody>
          <a:bodyPr>
            <a:normAutofit/>
          </a:bodyPr>
          <a:lstStyle/>
          <a:p>
            <a:pPr marL="0" indent="0" algn="just">
              <a:buNone/>
            </a:pPr>
            <a:r>
              <a:rPr lang="en-US" sz="2200" dirty="0">
                <a:latin typeface="Calibri" panose="020F0502020204030204" pitchFamily="34" charset="0"/>
                <a:ea typeface="Calibri" panose="020F0502020204030204" pitchFamily="34" charset="0"/>
                <a:cs typeface="Calibri" panose="020F0502020204030204" pitchFamily="34" charset="0"/>
              </a:rPr>
              <a:t>Several mathematical models, algorithms, and software tools have been developed to address the Nurse Scheduling Problem, ranging from exact optimization techniques to heuristic approaches. The complexity of the problem can vary based on the size of the nursing staff, the number of shifts, and the specific constraints and objectives considered. Efficient nurse scheduling is crucial for maintaining a well-functioning healthcare system by ensuring that the right number of qualified nurses is available at all times.</a:t>
            </a:r>
            <a:endParaRPr lang="en-IN" sz="2200" dirty="0">
              <a:latin typeface="Calibri" panose="020F0502020204030204" pitchFamily="34" charset="0"/>
              <a:ea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B78CD8A8-E3F9-9D55-27F5-A8A921DBABBA}"/>
              </a:ext>
            </a:extLst>
          </p:cNvPr>
          <p:cNvSpPr>
            <a:spLocks noGrp="1"/>
          </p:cNvSpPr>
          <p:nvPr>
            <p:ph type="title"/>
          </p:nvPr>
        </p:nvSpPr>
        <p:spPr>
          <a:xfrm>
            <a:off x="2441610" y="481263"/>
            <a:ext cx="9865893" cy="1463040"/>
          </a:xfrm>
        </p:spPr>
        <p:txBody>
          <a:bodyPr>
            <a:normAutofit/>
          </a:bodyPr>
          <a:lstStyle/>
          <a:p>
            <a:r>
              <a:rPr lang="en-IN" sz="4000" b="1" dirty="0"/>
              <a:t>MOTIVATION</a:t>
            </a:r>
          </a:p>
        </p:txBody>
      </p:sp>
    </p:spTree>
    <p:extLst>
      <p:ext uri="{BB962C8B-B14F-4D97-AF65-F5344CB8AC3E}">
        <p14:creationId xmlns:p14="http://schemas.microsoft.com/office/powerpoint/2010/main" val="11076647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14780-145D-8828-DD36-CB66DEAEF61D}"/>
              </a:ext>
            </a:extLst>
          </p:cNvPr>
          <p:cNvSpPr>
            <a:spLocks noGrp="1"/>
          </p:cNvSpPr>
          <p:nvPr>
            <p:ph type="title"/>
          </p:nvPr>
        </p:nvSpPr>
        <p:spPr>
          <a:xfrm>
            <a:off x="1963554" y="259882"/>
            <a:ext cx="9865893" cy="1703672"/>
          </a:xfrm>
        </p:spPr>
        <p:txBody>
          <a:bodyPr>
            <a:normAutofit/>
          </a:bodyPr>
          <a:lstStyle/>
          <a:p>
            <a:r>
              <a:rPr lang="en-IN" sz="4000" b="1" dirty="0"/>
              <a:t>Quantum Annealing	and Simulated Annealing</a:t>
            </a:r>
          </a:p>
        </p:txBody>
      </p:sp>
      <p:sp>
        <p:nvSpPr>
          <p:cNvPr id="3" name="Content Placeholder 2">
            <a:extLst>
              <a:ext uri="{FF2B5EF4-FFF2-40B4-BE49-F238E27FC236}">
                <a16:creationId xmlns:a16="http://schemas.microsoft.com/office/drawing/2014/main" id="{ADF94B21-A66E-F586-842D-6DC34EBA5BE9}"/>
              </a:ext>
            </a:extLst>
          </p:cNvPr>
          <p:cNvSpPr>
            <a:spLocks noGrp="1"/>
          </p:cNvSpPr>
          <p:nvPr>
            <p:ph idx="1"/>
          </p:nvPr>
        </p:nvSpPr>
        <p:spPr>
          <a:xfrm>
            <a:off x="2589212" y="2133599"/>
            <a:ext cx="8915400" cy="4642585"/>
          </a:xfrm>
        </p:spPr>
        <p:txBody>
          <a:bodyPr>
            <a:normAutofit/>
          </a:bodyPr>
          <a:lstStyle/>
          <a:p>
            <a:pPr algn="just"/>
            <a:r>
              <a:rPr lang="en-US" sz="22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Annealing is a technique used to make quality iron products by heating the material to a certain degree of temperature and cooling it down slowly. The iron’s mechanical characteristics are altered through heat treatment, which reduces the hardness and increases the elasticity.</a:t>
            </a:r>
          </a:p>
          <a:p>
            <a:pPr algn="just"/>
            <a:r>
              <a:rPr lang="en-US" sz="22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Simulated annealing (SA) is a probabilistic technique whose name and idea are derived from annealing in material science. </a:t>
            </a:r>
          </a:p>
          <a:p>
            <a:pPr algn="just"/>
            <a:r>
              <a:rPr lang="en-US" sz="22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Quantum annealing (QA) is an algorithm to solve combinatorial optimization problems mainly. Instead of using temperature to explore the problem space, Quantu</a:t>
            </a:r>
            <a:r>
              <a:rPr lang="en-US" sz="2200" dirty="0">
                <a:solidFill>
                  <a:srgbClr val="242424"/>
                </a:solidFill>
                <a:latin typeface="Calibri" panose="020F0502020204030204" pitchFamily="34" charset="0"/>
                <a:ea typeface="Calibri" panose="020F0502020204030204" pitchFamily="34" charset="0"/>
                <a:cs typeface="Calibri" panose="020F0502020204030204" pitchFamily="34" charset="0"/>
              </a:rPr>
              <a:t>m Annealing</a:t>
            </a:r>
            <a:r>
              <a:rPr lang="en-US" sz="22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uses the laws of quantum mechanics to measure the energy state. </a:t>
            </a:r>
            <a:endParaRPr lang="en-IN" sz="2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05887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149F5-AE9B-D3A9-6275-2045F18FF70D}"/>
              </a:ext>
            </a:extLst>
          </p:cNvPr>
          <p:cNvSpPr>
            <a:spLocks noGrp="1"/>
          </p:cNvSpPr>
          <p:nvPr>
            <p:ph type="title"/>
          </p:nvPr>
        </p:nvSpPr>
        <p:spPr>
          <a:xfrm>
            <a:off x="2069432" y="231006"/>
            <a:ext cx="9598810" cy="1722120"/>
          </a:xfrm>
        </p:spPr>
        <p:txBody>
          <a:bodyPr>
            <a:normAutofit/>
          </a:bodyPr>
          <a:lstStyle/>
          <a:p>
            <a:r>
              <a:rPr lang="en-IN" sz="4000" b="1" dirty="0"/>
              <a:t>Problems that can be optimized by Quantum Annealing</a:t>
            </a:r>
          </a:p>
        </p:txBody>
      </p:sp>
      <p:sp>
        <p:nvSpPr>
          <p:cNvPr id="3" name="Content Placeholder 2">
            <a:extLst>
              <a:ext uri="{FF2B5EF4-FFF2-40B4-BE49-F238E27FC236}">
                <a16:creationId xmlns:a16="http://schemas.microsoft.com/office/drawing/2014/main" id="{6B3391E4-394A-6E0B-498F-0D9CDAE3870D}"/>
              </a:ext>
            </a:extLst>
          </p:cNvPr>
          <p:cNvSpPr>
            <a:spLocks noGrp="1"/>
          </p:cNvSpPr>
          <p:nvPr>
            <p:ph idx="1"/>
          </p:nvPr>
        </p:nvSpPr>
        <p:spPr/>
        <p:txBody>
          <a:bodyPr>
            <a:normAutofit/>
          </a:bodyPr>
          <a:lstStyle/>
          <a:p>
            <a:r>
              <a:rPr lang="en-US" sz="2200" dirty="0">
                <a:solidFill>
                  <a:srgbClr val="242424"/>
                </a:solidFill>
                <a:latin typeface="Calibri" panose="020F0502020204030204" pitchFamily="34" charset="0"/>
                <a:ea typeface="Calibri" panose="020F0502020204030204" pitchFamily="34" charset="0"/>
                <a:cs typeface="Calibri" panose="020F0502020204030204" pitchFamily="34" charset="0"/>
              </a:rPr>
              <a:t>An</a:t>
            </a:r>
            <a:r>
              <a:rPr lang="en-US" sz="22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Amazon delivery person needs to find the most optimal route to deliver all parcels given for the day. The objective is to find a route with the shortest distance to visit all the delivery addresses. We can treat the distance as the energy in the quantum annealing context and find the path that reaches the ground state.</a:t>
            </a:r>
          </a:p>
          <a:p>
            <a:r>
              <a:rPr lang="en-US" sz="22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We can also think of a futuristic example where multiple autonomous cars are navigated to optimize the traffic in a specific city area with heavy traffic jams. The objective is to reduce the traffic by minimizing the number of overlaps of cars taking the same route simultaneously while each car aims to optimize the travel time to a destination</a:t>
            </a:r>
            <a:r>
              <a:rPr lang="en-US" sz="2200" dirty="0">
                <a:solidFill>
                  <a:srgbClr val="242424"/>
                </a:solidFill>
                <a:latin typeface="Calibri" panose="020F0502020204030204" pitchFamily="34" charset="0"/>
                <a:ea typeface="Calibri" panose="020F0502020204030204" pitchFamily="34" charset="0"/>
                <a:cs typeface="Calibri" panose="020F0502020204030204" pitchFamily="34" charset="0"/>
              </a:rPr>
              <a:t>.</a:t>
            </a:r>
            <a:endParaRPr lang="en-IN" sz="2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091995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FE015-D4C5-BA42-BFC8-EF632F3E1161}"/>
              </a:ext>
            </a:extLst>
          </p:cNvPr>
          <p:cNvSpPr>
            <a:spLocks noGrp="1"/>
          </p:cNvSpPr>
          <p:nvPr>
            <p:ph type="title"/>
          </p:nvPr>
        </p:nvSpPr>
        <p:spPr/>
        <p:txBody>
          <a:bodyPr>
            <a:normAutofit/>
          </a:bodyPr>
          <a:lstStyle/>
          <a:p>
            <a:r>
              <a:rPr lang="en-IN" sz="4000" b="1" dirty="0"/>
              <a:t>NURSE SCHEDULING PROBLEM	</a:t>
            </a:r>
          </a:p>
        </p:txBody>
      </p:sp>
      <p:sp>
        <p:nvSpPr>
          <p:cNvPr id="3" name="Content Placeholder 2">
            <a:extLst>
              <a:ext uri="{FF2B5EF4-FFF2-40B4-BE49-F238E27FC236}">
                <a16:creationId xmlns:a16="http://schemas.microsoft.com/office/drawing/2014/main" id="{37FE370E-1C8E-A05E-DBCE-4513219764C5}"/>
              </a:ext>
            </a:extLst>
          </p:cNvPr>
          <p:cNvSpPr>
            <a:spLocks noGrp="1"/>
          </p:cNvSpPr>
          <p:nvPr>
            <p:ph idx="1"/>
          </p:nvPr>
        </p:nvSpPr>
        <p:spPr/>
        <p:txBody>
          <a:bodyPr>
            <a:normAutofit/>
          </a:bodyPr>
          <a:lstStyle/>
          <a:p>
            <a:r>
              <a:rPr lang="en-US" sz="2200" dirty="0">
                <a:latin typeface="Calibri" panose="020F0502020204030204" pitchFamily="34" charset="0"/>
                <a:ea typeface="Calibri" panose="020F0502020204030204" pitchFamily="34" charset="0"/>
                <a:cs typeface="Calibri" panose="020F0502020204030204" pitchFamily="34" charset="0"/>
              </a:rPr>
              <a:t>Problem Statement:</a:t>
            </a:r>
          </a:p>
          <a:p>
            <a:pPr marL="0" indent="0">
              <a:buNone/>
            </a:pPr>
            <a:r>
              <a:rPr lang="en-US" sz="2200" dirty="0">
                <a:latin typeface="Calibri" panose="020F0502020204030204" pitchFamily="34" charset="0"/>
                <a:ea typeface="Calibri" panose="020F0502020204030204" pitchFamily="34" charset="0"/>
                <a:cs typeface="Calibri" panose="020F0502020204030204" pitchFamily="34" charset="0"/>
              </a:rPr>
              <a:t>A hospital needs to schedule its nursing staff for a period of 28 days, ensuring that each shift is adequately staffed while meeting specific constraints and requirements. The goal is to minimize the total number of assigned nurses while ensuring that all shifts are covered and various constraints are satisfied.</a:t>
            </a:r>
          </a:p>
          <a:p>
            <a:pPr marL="0" indent="0">
              <a:buNone/>
            </a:pPr>
            <a:endParaRPr lang="en-IN" sz="2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362596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B23012-47C6-7576-52A2-5FC79B28E608}"/>
              </a:ext>
            </a:extLst>
          </p:cNvPr>
          <p:cNvSpPr>
            <a:spLocks noGrp="1"/>
          </p:cNvSpPr>
          <p:nvPr>
            <p:ph idx="1"/>
          </p:nvPr>
        </p:nvSpPr>
        <p:spPr>
          <a:xfrm>
            <a:off x="1482291" y="105878"/>
            <a:ext cx="10279781" cy="6410425"/>
          </a:xfrm>
        </p:spPr>
        <p:txBody>
          <a:bodyPr>
            <a:normAutofit fontScale="77500" lnSpcReduction="20000"/>
          </a:bodyPr>
          <a:lstStyle/>
          <a:p>
            <a:r>
              <a:rPr lang="en-US" sz="2800" dirty="0">
                <a:latin typeface="Calibri" panose="020F0502020204030204" pitchFamily="34" charset="0"/>
                <a:ea typeface="Calibri" panose="020F0502020204030204" pitchFamily="34" charset="0"/>
                <a:cs typeface="Calibri" panose="020F0502020204030204" pitchFamily="34" charset="0"/>
              </a:rPr>
              <a:t>Constraints:</a:t>
            </a:r>
          </a:p>
          <a:p>
            <a:pPr marL="0" indent="0">
              <a:buNone/>
            </a:pPr>
            <a:r>
              <a:rPr lang="en-US" sz="2800" dirty="0">
                <a:latin typeface="Calibri" panose="020F0502020204030204" pitchFamily="34" charset="0"/>
                <a:ea typeface="Calibri" panose="020F0502020204030204" pitchFamily="34" charset="0"/>
                <a:cs typeface="Calibri" panose="020F0502020204030204" pitchFamily="34" charset="0"/>
              </a:rPr>
              <a:t>      			a) no of nurses = 27</a:t>
            </a:r>
          </a:p>
          <a:p>
            <a:pPr marL="0" indent="0">
              <a:buNone/>
            </a:pPr>
            <a:r>
              <a:rPr lang="en-US" sz="2800" dirty="0">
                <a:latin typeface="Calibri" panose="020F0502020204030204" pitchFamily="34" charset="0"/>
                <a:ea typeface="Calibri" panose="020F0502020204030204" pitchFamily="34" charset="0"/>
                <a:cs typeface="Calibri" panose="020F0502020204030204" pitchFamily="34" charset="0"/>
              </a:rPr>
              <a:t>			b) number of shifts in each day = 3</a:t>
            </a:r>
          </a:p>
          <a:p>
            <a:pPr marL="0" indent="0">
              <a:buNone/>
            </a:pPr>
            <a:r>
              <a:rPr lang="en-US" sz="2800" dirty="0">
                <a:latin typeface="Calibri" panose="020F0502020204030204" pitchFamily="34" charset="0"/>
                <a:ea typeface="Calibri" panose="020F0502020204030204" pitchFamily="34" charset="0"/>
                <a:cs typeface="Calibri" panose="020F0502020204030204" pitchFamily="34" charset="0"/>
              </a:rPr>
              <a:t>			c) number of days in each scheduling duration = 28</a:t>
            </a:r>
          </a:p>
          <a:p>
            <a:pPr marL="0" indent="0">
              <a:buNone/>
            </a:pPr>
            <a:r>
              <a:rPr lang="en-US" sz="2800" dirty="0">
                <a:latin typeface="Calibri" panose="020F0502020204030204" pitchFamily="34" charset="0"/>
                <a:ea typeface="Calibri" panose="020F0502020204030204" pitchFamily="34" charset="0"/>
                <a:cs typeface="Calibri" panose="020F0502020204030204" pitchFamily="34" charset="0"/>
              </a:rPr>
              <a:t>			d) min working days for each nurse in each scheduling duration = 7</a:t>
            </a:r>
          </a:p>
          <a:p>
            <a:pPr marL="0" indent="0">
              <a:buNone/>
            </a:pPr>
            <a:r>
              <a:rPr lang="en-US" sz="2800" dirty="0">
                <a:latin typeface="Calibri" panose="020F0502020204030204" pitchFamily="34" charset="0"/>
                <a:ea typeface="Calibri" panose="020F0502020204030204" pitchFamily="34" charset="0"/>
                <a:cs typeface="Calibri" panose="020F0502020204030204" pitchFamily="34" charset="0"/>
              </a:rPr>
              <a:t>			e) max working days for each nurse in each scheduling duration = 20</a:t>
            </a:r>
          </a:p>
          <a:p>
            <a:pPr marL="0" indent="0">
              <a:buNone/>
            </a:pPr>
            <a:r>
              <a:rPr lang="en-US" sz="2800" dirty="0">
                <a:latin typeface="Calibri" panose="020F0502020204030204" pitchFamily="34" charset="0"/>
                <a:ea typeface="Calibri" panose="020F0502020204030204" pitchFamily="34" charset="0"/>
                <a:cs typeface="Calibri" panose="020F0502020204030204" pitchFamily="34" charset="0"/>
              </a:rPr>
              <a:t>			f) min no of night shifts for each nurse in each scheduling duration = 4</a:t>
            </a:r>
          </a:p>
          <a:p>
            <a:pPr marL="0" indent="0">
              <a:buNone/>
            </a:pPr>
            <a:r>
              <a:rPr lang="en-US" sz="2800" dirty="0">
                <a:latin typeface="Calibri" panose="020F0502020204030204" pitchFamily="34" charset="0"/>
                <a:ea typeface="Calibri" panose="020F0502020204030204" pitchFamily="34" charset="0"/>
                <a:cs typeface="Calibri" panose="020F0502020204030204" pitchFamily="34" charset="0"/>
              </a:rPr>
              <a:t>			g) max no of night shifts for each nurse in each scheduling duration = 8</a:t>
            </a:r>
          </a:p>
          <a:p>
            <a:pPr marL="0" indent="0">
              <a:buNone/>
            </a:pPr>
            <a:r>
              <a:rPr lang="en-US" sz="2000" dirty="0"/>
              <a:t>							                 types of shifts</a:t>
            </a:r>
          </a:p>
          <a:p>
            <a:pPr marL="0" indent="0">
              <a:buNone/>
            </a:pPr>
            <a:r>
              <a:rPr lang="en-US" sz="2000" dirty="0"/>
              <a:t>day no  			no of morning shifts	  no of afternoon shifts     no of night shifts</a:t>
            </a:r>
          </a:p>
          <a:p>
            <a:pPr marL="0" indent="0">
              <a:buNone/>
            </a:pPr>
            <a:r>
              <a:rPr lang="en-IN" sz="2000" dirty="0"/>
              <a:t>1						5                   		      7		                 	       2</a:t>
            </a:r>
          </a:p>
          <a:p>
            <a:pPr marL="0" indent="0">
              <a:buNone/>
            </a:pPr>
            <a:r>
              <a:rPr lang="en-IN" sz="2000" dirty="0"/>
              <a:t>2		                         	6		               	      5                                         3</a:t>
            </a:r>
          </a:p>
          <a:p>
            <a:pPr marL="0" indent="0">
              <a:buNone/>
            </a:pPr>
            <a:r>
              <a:rPr lang="en-IN" sz="2000" dirty="0"/>
              <a:t>3                         			5			              8              			        3</a:t>
            </a:r>
          </a:p>
          <a:p>
            <a:pPr marL="0" indent="0">
              <a:buNone/>
            </a:pPr>
            <a:r>
              <a:rPr lang="en-IN" sz="2000" dirty="0"/>
              <a:t>4		                          	5                  	  	      3			                        6</a:t>
            </a:r>
          </a:p>
          <a:p>
            <a:pPr marL="0" indent="0">
              <a:buNone/>
            </a:pPr>
            <a:r>
              <a:rPr lang="en-IN" sz="2000" dirty="0"/>
              <a:t>5                        			9			              3              		                4</a:t>
            </a:r>
          </a:p>
          <a:p>
            <a:pPr marL="0" indent="0">
              <a:buNone/>
            </a:pPr>
            <a:r>
              <a:rPr lang="en-IN" sz="2000" dirty="0"/>
              <a:t>6				       		8		        	              4					        2</a:t>
            </a:r>
          </a:p>
          <a:p>
            <a:pPr marL="0" indent="0">
              <a:buNone/>
            </a:pPr>
            <a:r>
              <a:rPr lang="en-IN" sz="2000" dirty="0"/>
              <a:t>7						7				      6					        2</a:t>
            </a:r>
          </a:p>
          <a:p>
            <a:pPr marL="0" indent="0">
              <a:buNone/>
            </a:pPr>
            <a:r>
              <a:rPr lang="en-IN" sz="2000" dirty="0"/>
              <a:t>8						10				      8					        6</a:t>
            </a:r>
          </a:p>
          <a:p>
            <a:pPr marL="0" indent="0">
              <a:buNone/>
            </a:pPr>
            <a:endParaRPr lang="en-IN" sz="2000" dirty="0"/>
          </a:p>
          <a:p>
            <a:pPr marL="0" indent="0">
              <a:buNone/>
            </a:pPr>
            <a:endParaRPr lang="en-IN" sz="2000" dirty="0"/>
          </a:p>
          <a:p>
            <a:pPr marL="0" indent="0">
              <a:buNone/>
            </a:pPr>
            <a:endParaRPr lang="en-IN" sz="2000" dirty="0"/>
          </a:p>
          <a:p>
            <a:pPr marL="0" indent="0">
              <a:buNone/>
            </a:pPr>
            <a:endParaRPr lang="en-IN" sz="2000" dirty="0"/>
          </a:p>
        </p:txBody>
      </p:sp>
    </p:spTree>
    <p:extLst>
      <p:ext uri="{BB962C8B-B14F-4D97-AF65-F5344CB8AC3E}">
        <p14:creationId xmlns:p14="http://schemas.microsoft.com/office/powerpoint/2010/main" val="7540019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B23012-47C6-7576-52A2-5FC79B28E608}"/>
              </a:ext>
            </a:extLst>
          </p:cNvPr>
          <p:cNvSpPr>
            <a:spLocks noGrp="1"/>
          </p:cNvSpPr>
          <p:nvPr>
            <p:ph idx="1"/>
          </p:nvPr>
        </p:nvSpPr>
        <p:spPr>
          <a:xfrm>
            <a:off x="3368841" y="170848"/>
            <a:ext cx="4899259" cy="6516303"/>
          </a:xfrm>
        </p:spPr>
        <p:txBody>
          <a:bodyPr>
            <a:normAutofit fontScale="85000" lnSpcReduction="20000"/>
          </a:bodyPr>
          <a:lstStyle/>
          <a:p>
            <a:pPr marL="0" indent="0">
              <a:buNone/>
            </a:pPr>
            <a:r>
              <a:rPr lang="en-IN" b="1" dirty="0"/>
              <a:t>9		7			5			3</a:t>
            </a:r>
          </a:p>
          <a:p>
            <a:pPr marL="0" indent="0">
              <a:buNone/>
            </a:pPr>
            <a:r>
              <a:rPr lang="en-IN" b="1" dirty="0"/>
              <a:t>10		5			7			5</a:t>
            </a:r>
          </a:p>
          <a:p>
            <a:pPr marL="0" indent="0">
              <a:buNone/>
            </a:pPr>
            <a:r>
              <a:rPr lang="en-IN" b="1" dirty="0"/>
              <a:t>11		7			6			6</a:t>
            </a:r>
          </a:p>
          <a:p>
            <a:pPr marL="0" indent="0">
              <a:buNone/>
            </a:pPr>
            <a:r>
              <a:rPr lang="en-IN" b="1" dirty="0"/>
              <a:t>12		9			3			3</a:t>
            </a:r>
          </a:p>
          <a:p>
            <a:pPr marL="0" indent="0">
              <a:buNone/>
            </a:pPr>
            <a:r>
              <a:rPr lang="en-IN" b="1" dirty="0"/>
              <a:t>13		5			7			2</a:t>
            </a:r>
          </a:p>
          <a:p>
            <a:pPr marL="0" indent="0">
              <a:buNone/>
            </a:pPr>
            <a:r>
              <a:rPr lang="en-IN" b="1" dirty="0"/>
              <a:t>14		6			5			3</a:t>
            </a:r>
          </a:p>
          <a:p>
            <a:pPr marL="0" indent="0">
              <a:buNone/>
            </a:pPr>
            <a:r>
              <a:rPr lang="en-IN" b="1" dirty="0"/>
              <a:t>15		5			5			4</a:t>
            </a:r>
          </a:p>
          <a:p>
            <a:pPr marL="0" indent="0">
              <a:buNone/>
            </a:pPr>
            <a:r>
              <a:rPr lang="en-IN" b="1" dirty="0"/>
              <a:t>16		10			8			4</a:t>
            </a:r>
          </a:p>
          <a:p>
            <a:pPr marL="0" indent="0">
              <a:buNone/>
            </a:pPr>
            <a:r>
              <a:rPr lang="en-IN" b="1" dirty="0"/>
              <a:t>17		9			6			6</a:t>
            </a:r>
          </a:p>
          <a:p>
            <a:pPr marL="0" indent="0">
              <a:buNone/>
            </a:pPr>
            <a:r>
              <a:rPr lang="en-IN" b="1" dirty="0"/>
              <a:t>18		8			5			3</a:t>
            </a:r>
          </a:p>
          <a:p>
            <a:pPr marL="0" indent="0">
              <a:buNone/>
            </a:pPr>
            <a:r>
              <a:rPr lang="en-IN" b="1" dirty="0"/>
              <a:t>19		6			7			5</a:t>
            </a:r>
          </a:p>
          <a:p>
            <a:pPr marL="0" indent="0">
              <a:buNone/>
            </a:pPr>
            <a:r>
              <a:rPr lang="en-IN" b="1" dirty="0"/>
              <a:t>20		5			8			6</a:t>
            </a:r>
          </a:p>
          <a:p>
            <a:pPr marL="0" indent="0">
              <a:buNone/>
            </a:pPr>
            <a:r>
              <a:rPr lang="en-IN" b="1" dirty="0"/>
              <a:t>21		9			7			3</a:t>
            </a:r>
          </a:p>
          <a:p>
            <a:pPr marL="0" indent="0">
              <a:buNone/>
            </a:pPr>
            <a:r>
              <a:rPr lang="en-IN" b="1" dirty="0"/>
              <a:t>22		6			6			3</a:t>
            </a:r>
          </a:p>
          <a:p>
            <a:pPr marL="0" indent="0">
              <a:buNone/>
            </a:pPr>
            <a:r>
              <a:rPr lang="en-IN" b="1" dirty="0"/>
              <a:t>23		5			5			3</a:t>
            </a:r>
          </a:p>
          <a:p>
            <a:pPr marL="0" indent="0">
              <a:buNone/>
            </a:pPr>
            <a:r>
              <a:rPr lang="en-IN" b="1" dirty="0"/>
              <a:t>24		9			5			2</a:t>
            </a:r>
          </a:p>
          <a:p>
            <a:pPr marL="0" indent="0">
              <a:buNone/>
            </a:pPr>
            <a:r>
              <a:rPr lang="en-IN" b="1" dirty="0"/>
              <a:t>25		5			5			2</a:t>
            </a:r>
          </a:p>
          <a:p>
            <a:pPr marL="0" indent="0">
              <a:buNone/>
            </a:pPr>
            <a:r>
              <a:rPr lang="en-IN" b="1" dirty="0"/>
              <a:t>26		7			7			6</a:t>
            </a:r>
          </a:p>
          <a:p>
            <a:pPr marL="0" indent="0">
              <a:buNone/>
            </a:pPr>
            <a:r>
              <a:rPr lang="en-IN" b="1" dirty="0"/>
              <a:t>27		7			3			4</a:t>
            </a:r>
          </a:p>
          <a:p>
            <a:pPr marL="0" indent="0">
              <a:buNone/>
            </a:pPr>
            <a:r>
              <a:rPr lang="en-IN" b="1" dirty="0"/>
              <a:t>28		10			3			3</a:t>
            </a:r>
          </a:p>
          <a:p>
            <a:endParaRPr lang="en-IN" b="1" dirty="0"/>
          </a:p>
          <a:p>
            <a:endParaRPr lang="en-IN" b="1" dirty="0"/>
          </a:p>
        </p:txBody>
      </p:sp>
    </p:spTree>
    <p:extLst>
      <p:ext uri="{BB962C8B-B14F-4D97-AF65-F5344CB8AC3E}">
        <p14:creationId xmlns:p14="http://schemas.microsoft.com/office/powerpoint/2010/main" val="826412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DB23012-47C6-7576-52A2-5FC79B28E608}"/>
                  </a:ext>
                </a:extLst>
              </p:cNvPr>
              <p:cNvSpPr>
                <a:spLocks noGrp="1"/>
              </p:cNvSpPr>
              <p:nvPr>
                <p:ph idx="1"/>
              </p:nvPr>
            </p:nvSpPr>
            <p:spPr>
              <a:xfrm>
                <a:off x="192505" y="144379"/>
                <a:ext cx="11752447" cy="6516303"/>
              </a:xfrm>
            </p:spPr>
            <p:txBody>
              <a:bodyPr>
                <a:normAutofit fontScale="92500"/>
              </a:bodyPr>
              <a:lstStyle/>
              <a:p>
                <a:r>
                  <a:rPr lang="en-IN" sz="2000" b="1" dirty="0"/>
                  <a:t>Decision Variables:</a:t>
                </a:r>
              </a:p>
              <a:p>
                <a:pPr marL="0" indent="0">
                  <a:buNone/>
                </a:pPr>
                <a:r>
                  <a:rPr lang="en-IN" sz="2000" b="1" dirty="0"/>
                  <a:t>				Let </a:t>
                </a:r>
                <a14:m>
                  <m:oMath xmlns:m="http://schemas.openxmlformats.org/officeDocument/2006/math">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𝑿</m:t>
                        </m:r>
                      </m:e>
                      <m:sub>
                        <m:r>
                          <a:rPr lang="en-IN" sz="2000" b="1" i="1" smtClean="0">
                            <a:latin typeface="Cambria Math" panose="02040503050406030204" pitchFamily="18" charset="0"/>
                          </a:rPr>
                          <m:t>𝒊𝒋𝒌</m:t>
                        </m:r>
                      </m:sub>
                    </m:sSub>
                    <m:r>
                      <a:rPr lang="en-IN" sz="2000" b="1" i="1" smtClean="0">
                        <a:latin typeface="Cambria Math" panose="02040503050406030204" pitchFamily="18" charset="0"/>
                      </a:rPr>
                      <m:t> </m:t>
                    </m:r>
                  </m:oMath>
                </a14:m>
                <a:r>
                  <a:rPr lang="en-IN" sz="2000" b="1" dirty="0"/>
                  <a:t>be a binary variable representing whether nurse i is assigned to shift j              				on day k.</a:t>
                </a:r>
              </a:p>
              <a:p>
                <a:pPr marL="0" indent="0">
                  <a:buNone/>
                </a:pPr>
                <a:r>
                  <a:rPr lang="en-IN" sz="2000" b="1" dirty="0"/>
                  <a:t>				</a:t>
                </a:r>
              </a:p>
              <a:p>
                <a:pPr marL="0" indent="0">
                  <a:buNone/>
                </a:pPr>
                <a:r>
                  <a:rPr lang="en-IN" sz="2000" b="1" dirty="0"/>
                  <a:t>Mathematical constraints: </a:t>
                </a:r>
              </a:p>
              <a:p>
                <a:pPr marL="0" indent="0">
                  <a:buNone/>
                </a:pPr>
                <a:r>
                  <a:rPr lang="en-IN" sz="2000" b="1" dirty="0"/>
                  <a:t>	1) </a:t>
                </a:r>
                <a:r>
                  <a:rPr lang="en-US" sz="2000" b="1" dirty="0"/>
                  <a:t>Minimum and Maximum Working Days Constraints:</a:t>
                </a:r>
                <a:r>
                  <a:rPr lang="en-IN" sz="2000" b="1" dirty="0"/>
                  <a:t>                                                       </a:t>
                </a:r>
              </a:p>
              <a:p>
                <a:pPr marL="0" indent="0">
                  <a:buNone/>
                </a:pPr>
                <a:r>
                  <a:rPr lang="en-IN" sz="2000" b="1" dirty="0"/>
                  <a:t>			</a:t>
                </a:r>
                <a14:m>
                  <m:oMath xmlns:m="http://schemas.openxmlformats.org/officeDocument/2006/math">
                    <m:nary>
                      <m:naryPr>
                        <m:chr m:val="∑"/>
                        <m:limLoc m:val="subSup"/>
                        <m:ctrlPr>
                          <a:rPr lang="en-IN" sz="2000" b="1" i="1" smtClean="0">
                            <a:latin typeface="Cambria Math" panose="02040503050406030204" pitchFamily="18" charset="0"/>
                          </a:rPr>
                        </m:ctrlPr>
                      </m:naryPr>
                      <m:sub>
                        <m:r>
                          <m:rPr>
                            <m:brk m:alnAt="25"/>
                          </m:rPr>
                          <a:rPr lang="en-IN" sz="2000" b="1" i="1" smtClean="0">
                            <a:latin typeface="Cambria Math" panose="02040503050406030204" pitchFamily="18" charset="0"/>
                          </a:rPr>
                          <m:t>𝒋</m:t>
                        </m:r>
                        <m:r>
                          <a:rPr lang="en-IN" sz="2000" b="1" i="1" smtClean="0">
                            <a:latin typeface="Cambria Math" panose="02040503050406030204" pitchFamily="18" charset="0"/>
                          </a:rPr>
                          <m:t>=</m:t>
                        </m:r>
                        <m:r>
                          <a:rPr lang="en-IN" sz="2000" b="1" i="1" smtClean="0">
                            <a:latin typeface="Cambria Math" panose="02040503050406030204" pitchFamily="18" charset="0"/>
                          </a:rPr>
                          <m:t>𝟎</m:t>
                        </m:r>
                      </m:sub>
                      <m:sup>
                        <m:r>
                          <a:rPr lang="en-IN" sz="2000" b="1" i="1" smtClean="0">
                            <a:latin typeface="Cambria Math" panose="02040503050406030204" pitchFamily="18" charset="0"/>
                          </a:rPr>
                          <m:t>𝟐</m:t>
                        </m:r>
                      </m:sup>
                      <m:e>
                        <m:nary>
                          <m:naryPr>
                            <m:chr m:val="∑"/>
                            <m:limLoc m:val="subSup"/>
                            <m:ctrlPr>
                              <a:rPr lang="en-IN" sz="2000" b="1" i="1" smtClean="0">
                                <a:latin typeface="Cambria Math" panose="02040503050406030204" pitchFamily="18" charset="0"/>
                              </a:rPr>
                            </m:ctrlPr>
                          </m:naryPr>
                          <m:sub>
                            <m:r>
                              <m:rPr>
                                <m:brk m:alnAt="25"/>
                              </m:rPr>
                              <a:rPr lang="en-IN" sz="2000" b="1" i="1" smtClean="0">
                                <a:latin typeface="Cambria Math" panose="02040503050406030204" pitchFamily="18" charset="0"/>
                              </a:rPr>
                              <m:t>𝒌</m:t>
                            </m:r>
                            <m:r>
                              <a:rPr lang="en-IN" sz="2000" b="1" i="1" smtClean="0">
                                <a:latin typeface="Cambria Math" panose="02040503050406030204" pitchFamily="18" charset="0"/>
                              </a:rPr>
                              <m:t>=</m:t>
                            </m:r>
                            <m:r>
                              <a:rPr lang="en-IN" sz="2000" b="1" i="1" smtClean="0">
                                <a:latin typeface="Cambria Math" panose="02040503050406030204" pitchFamily="18" charset="0"/>
                              </a:rPr>
                              <m:t>𝟎</m:t>
                            </m:r>
                          </m:sub>
                          <m:sup>
                            <m:r>
                              <a:rPr lang="en-IN" sz="2000" b="1" i="1" smtClean="0">
                                <a:latin typeface="Cambria Math" panose="02040503050406030204" pitchFamily="18" charset="0"/>
                              </a:rPr>
                              <m:t>𝟐𝟕</m:t>
                            </m:r>
                          </m:sup>
                          <m:e>
                            <m:sSub>
                              <m:sSubPr>
                                <m:ctrlPr>
                                  <a:rPr lang="en-IN" sz="2000" b="1" i="1">
                                    <a:latin typeface="Cambria Math" panose="02040503050406030204" pitchFamily="18" charset="0"/>
                                  </a:rPr>
                                </m:ctrlPr>
                              </m:sSubPr>
                              <m:e>
                                <m:r>
                                  <a:rPr lang="en-IN" sz="2000" b="1" i="1">
                                    <a:latin typeface="Cambria Math" panose="02040503050406030204" pitchFamily="18" charset="0"/>
                                  </a:rPr>
                                  <m:t>𝑿</m:t>
                                </m:r>
                              </m:e>
                              <m:sub>
                                <m:r>
                                  <a:rPr lang="en-IN" sz="2000" b="1" i="1">
                                    <a:latin typeface="Cambria Math" panose="02040503050406030204" pitchFamily="18" charset="0"/>
                                  </a:rPr>
                                  <m:t>𝒊𝒋𝒌</m:t>
                                </m:r>
                              </m:sub>
                            </m:sSub>
                          </m:e>
                        </m:nary>
                      </m:e>
                    </m:nary>
                  </m:oMath>
                </a14:m>
                <a:r>
                  <a:rPr lang="en-IN" sz="2000" b="1" dirty="0"/>
                  <a:t> </a:t>
                </a:r>
                <a14:m>
                  <m:oMath xmlns:m="http://schemas.openxmlformats.org/officeDocument/2006/math">
                    <m:r>
                      <a:rPr lang="en-IN" sz="2000" b="1" i="1">
                        <a:latin typeface="Cambria Math" panose="02040503050406030204" pitchFamily="18" charset="0"/>
                      </a:rPr>
                      <m:t>≥</m:t>
                    </m:r>
                  </m:oMath>
                </a14:m>
                <a:r>
                  <a:rPr lang="en-IN" sz="2000" b="1" dirty="0"/>
                  <a:t> 5, 		for i = 0,1,2,…..,26</a:t>
                </a:r>
              </a:p>
              <a:p>
                <a:pPr marL="0" indent="0">
                  <a:buNone/>
                </a:pPr>
                <a:r>
                  <a:rPr lang="en-IN" sz="2000" b="1" dirty="0"/>
                  <a:t>			</a:t>
                </a:r>
                <a14:m>
                  <m:oMath xmlns:m="http://schemas.openxmlformats.org/officeDocument/2006/math">
                    <m:nary>
                      <m:naryPr>
                        <m:chr m:val="∑"/>
                        <m:limLoc m:val="subSup"/>
                        <m:ctrlPr>
                          <a:rPr lang="en-IN" sz="2000" b="1" i="1" smtClean="0">
                            <a:latin typeface="Cambria Math" panose="02040503050406030204" pitchFamily="18" charset="0"/>
                          </a:rPr>
                        </m:ctrlPr>
                      </m:naryPr>
                      <m:sub>
                        <m:r>
                          <m:rPr>
                            <m:brk m:alnAt="25"/>
                          </m:rPr>
                          <a:rPr lang="en-IN" sz="2000" b="1" i="1" smtClean="0">
                            <a:latin typeface="Cambria Math" panose="02040503050406030204" pitchFamily="18" charset="0"/>
                          </a:rPr>
                          <m:t>𝒋</m:t>
                        </m:r>
                        <m:r>
                          <a:rPr lang="en-IN" sz="2000" b="1" i="1" smtClean="0">
                            <a:latin typeface="Cambria Math" panose="02040503050406030204" pitchFamily="18" charset="0"/>
                          </a:rPr>
                          <m:t>=</m:t>
                        </m:r>
                        <m:r>
                          <a:rPr lang="en-IN" sz="2000" b="1" i="1" smtClean="0">
                            <a:latin typeface="Cambria Math" panose="02040503050406030204" pitchFamily="18" charset="0"/>
                          </a:rPr>
                          <m:t>𝟎</m:t>
                        </m:r>
                      </m:sub>
                      <m:sup>
                        <m:r>
                          <a:rPr lang="en-IN" sz="2000" b="1" i="1" smtClean="0">
                            <a:latin typeface="Cambria Math" panose="02040503050406030204" pitchFamily="18" charset="0"/>
                          </a:rPr>
                          <m:t>𝟐</m:t>
                        </m:r>
                      </m:sup>
                      <m:e>
                        <m:nary>
                          <m:naryPr>
                            <m:chr m:val="∑"/>
                            <m:limLoc m:val="subSup"/>
                            <m:ctrlPr>
                              <a:rPr lang="en-IN" sz="2000" b="1" i="1" smtClean="0">
                                <a:latin typeface="Cambria Math" panose="02040503050406030204" pitchFamily="18" charset="0"/>
                              </a:rPr>
                            </m:ctrlPr>
                          </m:naryPr>
                          <m:sub>
                            <m:r>
                              <m:rPr>
                                <m:brk m:alnAt="25"/>
                              </m:rPr>
                              <a:rPr lang="en-IN" sz="2000" b="1" i="1" smtClean="0">
                                <a:latin typeface="Cambria Math" panose="02040503050406030204" pitchFamily="18" charset="0"/>
                              </a:rPr>
                              <m:t>𝒌</m:t>
                            </m:r>
                            <m:r>
                              <a:rPr lang="en-IN" sz="2000" b="1" i="1" smtClean="0">
                                <a:latin typeface="Cambria Math" panose="02040503050406030204" pitchFamily="18" charset="0"/>
                              </a:rPr>
                              <m:t>=</m:t>
                            </m:r>
                            <m:r>
                              <a:rPr lang="en-IN" sz="2000" b="1" i="1" smtClean="0">
                                <a:latin typeface="Cambria Math" panose="02040503050406030204" pitchFamily="18" charset="0"/>
                              </a:rPr>
                              <m:t>𝟎</m:t>
                            </m:r>
                          </m:sub>
                          <m:sup>
                            <m:r>
                              <a:rPr lang="en-IN" sz="2000" b="1" i="1" smtClean="0">
                                <a:latin typeface="Cambria Math" panose="02040503050406030204" pitchFamily="18" charset="0"/>
                              </a:rPr>
                              <m:t>𝟐𝟕</m:t>
                            </m:r>
                          </m:sup>
                          <m:e>
                            <m:sSub>
                              <m:sSubPr>
                                <m:ctrlPr>
                                  <a:rPr lang="en-IN" sz="2000" b="1" i="1">
                                    <a:latin typeface="Cambria Math" panose="02040503050406030204" pitchFamily="18" charset="0"/>
                                  </a:rPr>
                                </m:ctrlPr>
                              </m:sSubPr>
                              <m:e>
                                <m:r>
                                  <a:rPr lang="en-IN" sz="2000" b="1" i="1">
                                    <a:latin typeface="Cambria Math" panose="02040503050406030204" pitchFamily="18" charset="0"/>
                                  </a:rPr>
                                  <m:t>𝑿</m:t>
                                </m:r>
                              </m:e>
                              <m:sub>
                                <m:r>
                                  <a:rPr lang="en-IN" sz="2000" b="1" i="1">
                                    <a:latin typeface="Cambria Math" panose="02040503050406030204" pitchFamily="18" charset="0"/>
                                  </a:rPr>
                                  <m:t>𝒊𝒋𝒌</m:t>
                                </m:r>
                              </m:sub>
                            </m:sSub>
                          </m:e>
                        </m:nary>
                      </m:e>
                    </m:nary>
                  </m:oMath>
                </a14:m>
                <a:r>
                  <a:rPr lang="en-IN" sz="2000" b="1" dirty="0"/>
                  <a:t> </a:t>
                </a:r>
                <a14:m>
                  <m:oMath xmlns:m="http://schemas.openxmlformats.org/officeDocument/2006/math">
                    <m:r>
                      <a:rPr lang="en-IN" sz="2000" b="1" i="1">
                        <a:latin typeface="Cambria Math" panose="02040503050406030204" pitchFamily="18" charset="0"/>
                      </a:rPr>
                      <m:t>≤</m:t>
                    </m:r>
                  </m:oMath>
                </a14:m>
                <a:r>
                  <a:rPr lang="en-IN" sz="2000" b="1" dirty="0"/>
                  <a:t> 20, 		for i = 0,1,2,…..,26</a:t>
                </a:r>
              </a:p>
              <a:p>
                <a:pPr marL="0" indent="0">
                  <a:buNone/>
                </a:pPr>
                <a:r>
                  <a:rPr lang="en-IN" sz="2000" b="1" dirty="0"/>
                  <a:t>	2) </a:t>
                </a:r>
                <a:r>
                  <a:rPr lang="en-US" sz="2000" b="1" dirty="0"/>
                  <a:t>Minimum and Maximum Night Shifts Constraints:</a:t>
                </a:r>
                <a:endParaRPr lang="en-IN" sz="2000" b="1" dirty="0"/>
              </a:p>
              <a:p>
                <a:pPr marL="0" indent="0">
                  <a:buNone/>
                </a:pPr>
                <a:r>
                  <a:rPr lang="en-IN" sz="2000" b="1" dirty="0"/>
                  <a:t>			</a:t>
                </a:r>
                <a14:m>
                  <m:oMath xmlns:m="http://schemas.openxmlformats.org/officeDocument/2006/math">
                    <m:nary>
                      <m:naryPr>
                        <m:chr m:val="∑"/>
                        <m:limLoc m:val="subSup"/>
                        <m:ctrlPr>
                          <a:rPr lang="en-IN" sz="2000" b="1" i="1" smtClean="0">
                            <a:latin typeface="Cambria Math" panose="02040503050406030204" pitchFamily="18" charset="0"/>
                          </a:rPr>
                        </m:ctrlPr>
                      </m:naryPr>
                      <m:sub>
                        <m:r>
                          <m:rPr>
                            <m:brk m:alnAt="1"/>
                          </m:rPr>
                          <a:rPr lang="en-IN" sz="2000" b="1" i="1" smtClean="0">
                            <a:latin typeface="Cambria Math" panose="02040503050406030204" pitchFamily="18" charset="0"/>
                          </a:rPr>
                          <m:t>𝒊</m:t>
                        </m:r>
                        <m:r>
                          <a:rPr lang="en-IN" sz="2000" b="1" i="1" smtClean="0">
                            <a:latin typeface="Cambria Math" panose="02040503050406030204" pitchFamily="18" charset="0"/>
                          </a:rPr>
                          <m:t>=</m:t>
                        </m:r>
                        <m:r>
                          <a:rPr lang="en-IN" sz="2000" b="1" i="1" smtClean="0">
                            <a:latin typeface="Cambria Math" panose="02040503050406030204" pitchFamily="18" charset="0"/>
                          </a:rPr>
                          <m:t>𝟎</m:t>
                        </m:r>
                      </m:sub>
                      <m:sup>
                        <m:r>
                          <a:rPr lang="en-IN" sz="2000" b="1" i="1" smtClean="0">
                            <a:latin typeface="Cambria Math" panose="02040503050406030204" pitchFamily="18" charset="0"/>
                          </a:rPr>
                          <m:t>𝟐𝟔</m:t>
                        </m:r>
                      </m:sup>
                      <m:e>
                        <m:sSub>
                          <m:sSubPr>
                            <m:ctrlPr>
                              <a:rPr lang="en-IN" sz="2000" b="1" i="1">
                                <a:latin typeface="Cambria Math" panose="02040503050406030204" pitchFamily="18" charset="0"/>
                              </a:rPr>
                            </m:ctrlPr>
                          </m:sSubPr>
                          <m:e>
                            <m:r>
                              <a:rPr lang="en-IN" sz="2000" b="1" i="1">
                                <a:latin typeface="Cambria Math" panose="02040503050406030204" pitchFamily="18" charset="0"/>
                              </a:rPr>
                              <m:t>𝑿</m:t>
                            </m:r>
                          </m:e>
                          <m:sub>
                            <m:r>
                              <a:rPr lang="en-IN" sz="2000" b="1" i="1">
                                <a:latin typeface="Cambria Math" panose="02040503050406030204" pitchFamily="18" charset="0"/>
                              </a:rPr>
                              <m:t>𝒊</m:t>
                            </m:r>
                            <m:r>
                              <a:rPr lang="en-IN" sz="2000" b="1" i="1" smtClean="0">
                                <a:latin typeface="Cambria Math" panose="02040503050406030204" pitchFamily="18" charset="0"/>
                              </a:rPr>
                              <m:t>𝟐</m:t>
                            </m:r>
                            <m:r>
                              <a:rPr lang="en-IN" sz="2000" b="1" i="1">
                                <a:latin typeface="Cambria Math" panose="02040503050406030204" pitchFamily="18" charset="0"/>
                              </a:rPr>
                              <m:t>𝒌</m:t>
                            </m:r>
                          </m:sub>
                        </m:sSub>
                      </m:e>
                    </m:nary>
                    <m:r>
                      <a:rPr lang="en-IN" sz="2000" b="1" i="1" smtClean="0">
                        <a:latin typeface="Cambria Math" panose="02040503050406030204" pitchFamily="18" charset="0"/>
                      </a:rPr>
                      <m:t>≥</m:t>
                    </m:r>
                    <m:r>
                      <a:rPr lang="en-IN" sz="2000" b="1" i="1" smtClean="0">
                        <a:latin typeface="Cambria Math" panose="02040503050406030204" pitchFamily="18" charset="0"/>
                      </a:rPr>
                      <m:t>𝟒</m:t>
                    </m:r>
                    <m:r>
                      <a:rPr lang="en-IN" sz="2000" b="1" i="1" smtClean="0">
                        <a:latin typeface="Cambria Math" panose="02040503050406030204" pitchFamily="18" charset="0"/>
                      </a:rPr>
                      <m:t>, </m:t>
                    </m:r>
                  </m:oMath>
                </a14:m>
                <a:r>
                  <a:rPr lang="en-IN" sz="2000" b="1" dirty="0"/>
                  <a:t>			for k = 0,1,2,…..,27</a:t>
                </a:r>
              </a:p>
              <a:p>
                <a:pPr marL="0" indent="0">
                  <a:buNone/>
                </a:pPr>
                <a:r>
                  <a:rPr lang="en-IN" sz="2000" b="1" dirty="0"/>
                  <a:t>			 </a:t>
                </a:r>
                <a14:m>
                  <m:oMath xmlns:m="http://schemas.openxmlformats.org/officeDocument/2006/math">
                    <m:nary>
                      <m:naryPr>
                        <m:chr m:val="∑"/>
                        <m:limLoc m:val="subSup"/>
                        <m:ctrlPr>
                          <a:rPr lang="en-IN" sz="2000" b="1" i="1" smtClean="0">
                            <a:latin typeface="Cambria Math" panose="02040503050406030204" pitchFamily="18" charset="0"/>
                          </a:rPr>
                        </m:ctrlPr>
                      </m:naryPr>
                      <m:sub>
                        <m:r>
                          <m:rPr>
                            <m:brk m:alnAt="1"/>
                          </m:rPr>
                          <a:rPr lang="en-IN" sz="2000" b="1" i="1" smtClean="0">
                            <a:latin typeface="Cambria Math" panose="02040503050406030204" pitchFamily="18" charset="0"/>
                          </a:rPr>
                          <m:t>𝒊</m:t>
                        </m:r>
                        <m:r>
                          <a:rPr lang="en-IN" sz="2000" b="1" i="1" smtClean="0">
                            <a:latin typeface="Cambria Math" panose="02040503050406030204" pitchFamily="18" charset="0"/>
                          </a:rPr>
                          <m:t>=</m:t>
                        </m:r>
                        <m:r>
                          <a:rPr lang="en-IN" sz="2000" b="1" i="1" smtClean="0">
                            <a:latin typeface="Cambria Math" panose="02040503050406030204" pitchFamily="18" charset="0"/>
                          </a:rPr>
                          <m:t>𝟎</m:t>
                        </m:r>
                      </m:sub>
                      <m:sup>
                        <m:r>
                          <a:rPr lang="en-IN" sz="2000" b="1" i="1" smtClean="0">
                            <a:latin typeface="Cambria Math" panose="02040503050406030204" pitchFamily="18" charset="0"/>
                          </a:rPr>
                          <m:t>𝟐𝟔</m:t>
                        </m:r>
                      </m:sup>
                      <m:e>
                        <m:sSub>
                          <m:sSubPr>
                            <m:ctrlPr>
                              <a:rPr lang="en-IN" sz="2000" b="1" i="1">
                                <a:latin typeface="Cambria Math" panose="02040503050406030204" pitchFamily="18" charset="0"/>
                              </a:rPr>
                            </m:ctrlPr>
                          </m:sSubPr>
                          <m:e>
                            <m:r>
                              <a:rPr lang="en-IN" sz="2000" b="1" i="1">
                                <a:latin typeface="Cambria Math" panose="02040503050406030204" pitchFamily="18" charset="0"/>
                              </a:rPr>
                              <m:t>𝑿</m:t>
                            </m:r>
                          </m:e>
                          <m:sub>
                            <m:r>
                              <a:rPr lang="en-IN" sz="2000" b="1" i="1">
                                <a:latin typeface="Cambria Math" panose="02040503050406030204" pitchFamily="18" charset="0"/>
                              </a:rPr>
                              <m:t>𝒊</m:t>
                            </m:r>
                            <m:r>
                              <a:rPr lang="en-IN" sz="2000" b="1" i="1" smtClean="0">
                                <a:latin typeface="Cambria Math" panose="02040503050406030204" pitchFamily="18" charset="0"/>
                              </a:rPr>
                              <m:t>𝟐</m:t>
                            </m:r>
                            <m:r>
                              <a:rPr lang="en-IN" sz="2000" b="1" i="1">
                                <a:latin typeface="Cambria Math" panose="02040503050406030204" pitchFamily="18" charset="0"/>
                              </a:rPr>
                              <m:t>𝒌</m:t>
                            </m:r>
                          </m:sub>
                        </m:sSub>
                      </m:e>
                    </m:nary>
                    <m:r>
                      <a:rPr lang="en-IN" sz="2000" b="1" i="1" smtClean="0">
                        <a:latin typeface="Cambria Math" panose="02040503050406030204" pitchFamily="18" charset="0"/>
                      </a:rPr>
                      <m:t>≤</m:t>
                    </m:r>
                    <m:r>
                      <a:rPr lang="en-IN" sz="2000" b="1" i="1" smtClean="0">
                        <a:latin typeface="Cambria Math" panose="02040503050406030204" pitchFamily="18" charset="0"/>
                      </a:rPr>
                      <m:t>𝟖</m:t>
                    </m:r>
                    <m:r>
                      <a:rPr lang="en-IN" sz="2000" b="1" i="1" smtClean="0">
                        <a:latin typeface="Cambria Math" panose="02040503050406030204" pitchFamily="18" charset="0"/>
                      </a:rPr>
                      <m:t>, </m:t>
                    </m:r>
                  </m:oMath>
                </a14:m>
                <a:r>
                  <a:rPr lang="en-IN" sz="2000" b="1" dirty="0"/>
                  <a:t>			for k = 0,1,2,…..,27</a:t>
                </a:r>
              </a:p>
              <a:p>
                <a:pPr marL="0" indent="0">
                  <a:buNone/>
                </a:pPr>
                <a:r>
                  <a:rPr lang="en-IN" sz="2000" b="1" dirty="0"/>
                  <a:t>	3) </a:t>
                </a:r>
                <a:r>
                  <a:rPr lang="en-US" sz="2000" b="1" dirty="0"/>
                  <a:t>Exactly 3 Shifts Per Day Constraints:</a:t>
                </a:r>
              </a:p>
              <a:p>
                <a:pPr marL="0" indent="0">
                  <a:buNone/>
                </a:pPr>
                <a:r>
                  <a:rPr lang="en-US" sz="2000" b="1" dirty="0"/>
                  <a:t>			</a:t>
                </a:r>
                <a14:m>
                  <m:oMath xmlns:m="http://schemas.openxmlformats.org/officeDocument/2006/math">
                    <m:nary>
                      <m:naryPr>
                        <m:chr m:val="∑"/>
                        <m:limLoc m:val="subSup"/>
                        <m:ctrlPr>
                          <a:rPr lang="en-IN" sz="2000" b="1" i="1" smtClean="0">
                            <a:latin typeface="Cambria Math" panose="02040503050406030204" pitchFamily="18" charset="0"/>
                          </a:rPr>
                        </m:ctrlPr>
                      </m:naryPr>
                      <m:sub>
                        <m:r>
                          <m:rPr>
                            <m:brk m:alnAt="1"/>
                          </m:rPr>
                          <a:rPr lang="en-IN" sz="2000" b="1" i="1" smtClean="0">
                            <a:latin typeface="Cambria Math" panose="02040503050406030204" pitchFamily="18" charset="0"/>
                          </a:rPr>
                          <m:t>𝒊</m:t>
                        </m:r>
                        <m:r>
                          <a:rPr lang="en-IN" sz="2000" b="1" i="1" smtClean="0">
                            <a:latin typeface="Cambria Math" panose="02040503050406030204" pitchFamily="18" charset="0"/>
                          </a:rPr>
                          <m:t>=</m:t>
                        </m:r>
                        <m:r>
                          <a:rPr lang="en-IN" sz="2000" b="1" i="1" smtClean="0">
                            <a:latin typeface="Cambria Math" panose="02040503050406030204" pitchFamily="18" charset="0"/>
                          </a:rPr>
                          <m:t>𝟎</m:t>
                        </m:r>
                      </m:sub>
                      <m:sup>
                        <m:r>
                          <a:rPr lang="en-IN" sz="2000" b="1" i="1" smtClean="0">
                            <a:latin typeface="Cambria Math" panose="02040503050406030204" pitchFamily="18" charset="0"/>
                          </a:rPr>
                          <m:t>𝟐𝟔</m:t>
                        </m:r>
                      </m:sup>
                      <m:e>
                        <m:nary>
                          <m:naryPr>
                            <m:chr m:val="∑"/>
                            <m:limLoc m:val="subSup"/>
                            <m:ctrlPr>
                              <a:rPr lang="en-IN" sz="2000" b="1" i="1" smtClean="0">
                                <a:latin typeface="Cambria Math" panose="02040503050406030204" pitchFamily="18" charset="0"/>
                              </a:rPr>
                            </m:ctrlPr>
                          </m:naryPr>
                          <m:sub>
                            <m:r>
                              <m:rPr>
                                <m:brk m:alnAt="1"/>
                              </m:rPr>
                              <a:rPr lang="en-IN" sz="2000" b="1" i="1" smtClean="0">
                                <a:latin typeface="Cambria Math" panose="02040503050406030204" pitchFamily="18" charset="0"/>
                              </a:rPr>
                              <m:t>𝒋</m:t>
                            </m:r>
                            <m:r>
                              <a:rPr lang="en-IN" sz="2000" b="1" i="1" smtClean="0">
                                <a:latin typeface="Cambria Math" panose="02040503050406030204" pitchFamily="18" charset="0"/>
                              </a:rPr>
                              <m:t>=</m:t>
                            </m:r>
                            <m:r>
                              <a:rPr lang="en-IN" sz="2000" b="1" i="1" smtClean="0">
                                <a:latin typeface="Cambria Math" panose="02040503050406030204" pitchFamily="18" charset="0"/>
                              </a:rPr>
                              <m:t>𝟎</m:t>
                            </m:r>
                          </m:sub>
                          <m:sup>
                            <m:r>
                              <a:rPr lang="en-IN" sz="2000" b="1" i="1" smtClean="0">
                                <a:latin typeface="Cambria Math" panose="02040503050406030204" pitchFamily="18" charset="0"/>
                              </a:rPr>
                              <m:t>𝟐</m:t>
                            </m:r>
                          </m:sup>
                          <m:e>
                            <m:sSub>
                              <m:sSubPr>
                                <m:ctrlPr>
                                  <a:rPr lang="en-IN" sz="2000" b="1" i="1">
                                    <a:latin typeface="Cambria Math" panose="02040503050406030204" pitchFamily="18" charset="0"/>
                                  </a:rPr>
                                </m:ctrlPr>
                              </m:sSubPr>
                              <m:e>
                                <m:r>
                                  <a:rPr lang="en-IN" sz="2000" b="1" i="1">
                                    <a:latin typeface="Cambria Math" panose="02040503050406030204" pitchFamily="18" charset="0"/>
                                  </a:rPr>
                                  <m:t>𝑿</m:t>
                                </m:r>
                              </m:e>
                              <m:sub>
                                <m:r>
                                  <a:rPr lang="en-IN" sz="2000" b="1" i="1">
                                    <a:latin typeface="Cambria Math" panose="02040503050406030204" pitchFamily="18" charset="0"/>
                                  </a:rPr>
                                  <m:t>𝒊𝒋𝒌</m:t>
                                </m:r>
                              </m:sub>
                            </m:sSub>
                          </m:e>
                        </m:nary>
                      </m:e>
                    </m:nary>
                  </m:oMath>
                </a14:m>
                <a:r>
                  <a:rPr lang="en-IN" sz="2000" b="1" dirty="0"/>
                  <a:t> </a:t>
                </a:r>
                <a14:m>
                  <m:oMath xmlns:m="http://schemas.openxmlformats.org/officeDocument/2006/math">
                    <m:r>
                      <a:rPr lang="en-IN" sz="2000" b="1" i="1" dirty="0" smtClean="0">
                        <a:latin typeface="Cambria Math" panose="02040503050406030204" pitchFamily="18" charset="0"/>
                      </a:rPr>
                      <m:t>=</m:t>
                    </m:r>
                  </m:oMath>
                </a14:m>
                <a:r>
                  <a:rPr lang="en-IN" sz="2000" b="1" dirty="0"/>
                  <a:t> 3, 		for each day k (k = 0,1,2,…..,27)</a:t>
                </a:r>
              </a:p>
              <a:p>
                <a:pPr marL="0" indent="0">
                  <a:buNone/>
                </a:pPr>
                <a:r>
                  <a:rPr lang="en-IN" sz="2000" b="1" dirty="0"/>
                  <a:t>	</a:t>
                </a:r>
              </a:p>
            </p:txBody>
          </p:sp>
        </mc:Choice>
        <mc:Fallback>
          <p:sp>
            <p:nvSpPr>
              <p:cNvPr id="3" name="Content Placeholder 2">
                <a:extLst>
                  <a:ext uri="{FF2B5EF4-FFF2-40B4-BE49-F238E27FC236}">
                    <a16:creationId xmlns:a16="http://schemas.microsoft.com/office/drawing/2014/main" id="{1DB23012-47C6-7576-52A2-5FC79B28E608}"/>
                  </a:ext>
                </a:extLst>
              </p:cNvPr>
              <p:cNvSpPr>
                <a:spLocks noGrp="1" noRot="1" noChangeAspect="1" noMove="1" noResize="1" noEditPoints="1" noAdjustHandles="1" noChangeArrowheads="1" noChangeShapeType="1" noTextEdit="1"/>
              </p:cNvSpPr>
              <p:nvPr>
                <p:ph idx="1"/>
              </p:nvPr>
            </p:nvSpPr>
            <p:spPr>
              <a:xfrm>
                <a:off x="192505" y="144379"/>
                <a:ext cx="11752447" cy="6516303"/>
              </a:xfrm>
              <a:blipFill>
                <a:blip r:embed="rId2"/>
                <a:stretch>
                  <a:fillRect l="-519" t="-468" r="-1401"/>
                </a:stretch>
              </a:blipFill>
            </p:spPr>
            <p:txBody>
              <a:bodyPr/>
              <a:lstStyle/>
              <a:p>
                <a:r>
                  <a:rPr lang="en-IN">
                    <a:noFill/>
                  </a:rPr>
                  <a:t> </a:t>
                </a:r>
              </a:p>
            </p:txBody>
          </p:sp>
        </mc:Fallback>
      </mc:AlternateContent>
      <p:graphicFrame>
        <p:nvGraphicFramePr>
          <p:cNvPr id="6" name="Table 5">
            <a:extLst>
              <a:ext uri="{FF2B5EF4-FFF2-40B4-BE49-F238E27FC236}">
                <a16:creationId xmlns:a16="http://schemas.microsoft.com/office/drawing/2014/main" id="{90086A34-136C-4347-3102-EF64A9390D13}"/>
              </a:ext>
            </a:extLst>
          </p:cNvPr>
          <p:cNvGraphicFramePr>
            <a:graphicFrameLocks noGrp="1"/>
          </p:cNvGraphicFramePr>
          <p:nvPr>
            <p:extLst>
              <p:ext uri="{D42A27DB-BD31-4B8C-83A1-F6EECF244321}">
                <p14:modId xmlns:p14="http://schemas.microsoft.com/office/powerpoint/2010/main" val="1762671981"/>
              </p:ext>
            </p:extLst>
          </p:nvPr>
        </p:nvGraphicFramePr>
        <p:xfrm>
          <a:off x="7478831" y="1694047"/>
          <a:ext cx="4466121" cy="2877952"/>
        </p:xfrm>
        <a:graphic>
          <a:graphicData uri="http://schemas.openxmlformats.org/drawingml/2006/table">
            <a:tbl>
              <a:tblPr firstRow="1" bandRow="1">
                <a:tableStyleId>{5C22544A-7EE6-4342-B048-85BDC9FD1C3A}</a:tableStyleId>
              </a:tblPr>
              <a:tblGrid>
                <a:gridCol w="1488707">
                  <a:extLst>
                    <a:ext uri="{9D8B030D-6E8A-4147-A177-3AD203B41FA5}">
                      <a16:colId xmlns:a16="http://schemas.microsoft.com/office/drawing/2014/main" val="2603813762"/>
                    </a:ext>
                  </a:extLst>
                </a:gridCol>
                <a:gridCol w="1488707">
                  <a:extLst>
                    <a:ext uri="{9D8B030D-6E8A-4147-A177-3AD203B41FA5}">
                      <a16:colId xmlns:a16="http://schemas.microsoft.com/office/drawing/2014/main" val="3549072167"/>
                    </a:ext>
                  </a:extLst>
                </a:gridCol>
                <a:gridCol w="1488707">
                  <a:extLst>
                    <a:ext uri="{9D8B030D-6E8A-4147-A177-3AD203B41FA5}">
                      <a16:colId xmlns:a16="http://schemas.microsoft.com/office/drawing/2014/main" val="2543855870"/>
                    </a:ext>
                  </a:extLst>
                </a:gridCol>
              </a:tblGrid>
              <a:tr h="719488">
                <a:tc>
                  <a:txBody>
                    <a:bodyPr/>
                    <a:lstStyle/>
                    <a:p>
                      <a:r>
                        <a:rPr lang="en-IN" dirty="0"/>
                        <a:t>Variables</a:t>
                      </a:r>
                    </a:p>
                  </a:txBody>
                  <a:tcPr/>
                </a:tc>
                <a:tc>
                  <a:txBody>
                    <a:bodyPr/>
                    <a:lstStyle/>
                    <a:p>
                      <a:r>
                        <a:rPr lang="en-IN" dirty="0"/>
                        <a:t>Range</a:t>
                      </a:r>
                    </a:p>
                  </a:txBody>
                  <a:tcPr/>
                </a:tc>
                <a:tc>
                  <a:txBody>
                    <a:bodyPr/>
                    <a:lstStyle/>
                    <a:p>
                      <a:r>
                        <a:rPr lang="en-IN" dirty="0"/>
                        <a:t>Description</a:t>
                      </a:r>
                    </a:p>
                  </a:txBody>
                  <a:tcPr/>
                </a:tc>
                <a:extLst>
                  <a:ext uri="{0D108BD9-81ED-4DB2-BD59-A6C34878D82A}">
                    <a16:rowId xmlns:a16="http://schemas.microsoft.com/office/drawing/2014/main" val="4021460137"/>
                  </a:ext>
                </a:extLst>
              </a:tr>
              <a:tr h="719488">
                <a:tc>
                  <a:txBody>
                    <a:bodyPr/>
                    <a:lstStyle/>
                    <a:p>
                      <a:r>
                        <a:rPr lang="en-IN" dirty="0"/>
                        <a:t>i</a:t>
                      </a:r>
                    </a:p>
                  </a:txBody>
                  <a:tcPr/>
                </a:tc>
                <a:tc>
                  <a:txBody>
                    <a:bodyPr/>
                    <a:lstStyle/>
                    <a:p>
                      <a:r>
                        <a:rPr lang="en-IN" dirty="0"/>
                        <a:t>0 to 26</a:t>
                      </a:r>
                    </a:p>
                  </a:txBody>
                  <a:tcPr/>
                </a:tc>
                <a:tc>
                  <a:txBody>
                    <a:bodyPr/>
                    <a:lstStyle/>
                    <a:p>
                      <a:r>
                        <a:rPr lang="en-IN" sz="1800" b="0" i="0" kern="1200" dirty="0">
                          <a:solidFill>
                            <a:schemeClr val="dk1"/>
                          </a:solidFill>
                          <a:effectLst/>
                          <a:latin typeface="+mn-lt"/>
                          <a:ea typeface="+mn-ea"/>
                          <a:cs typeface="+mn-cs"/>
                        </a:rPr>
                        <a:t>27 nurses</a:t>
                      </a:r>
                      <a:endParaRPr lang="en-IN" dirty="0"/>
                    </a:p>
                  </a:txBody>
                  <a:tcPr/>
                </a:tc>
                <a:extLst>
                  <a:ext uri="{0D108BD9-81ED-4DB2-BD59-A6C34878D82A}">
                    <a16:rowId xmlns:a16="http://schemas.microsoft.com/office/drawing/2014/main" val="3745936585"/>
                  </a:ext>
                </a:extLst>
              </a:tr>
              <a:tr h="719488">
                <a:tc>
                  <a:txBody>
                    <a:bodyPr/>
                    <a:lstStyle/>
                    <a:p>
                      <a:r>
                        <a:rPr lang="en-IN" dirty="0"/>
                        <a:t>j</a:t>
                      </a:r>
                    </a:p>
                  </a:txBody>
                  <a:tcPr/>
                </a:tc>
                <a:tc>
                  <a:txBody>
                    <a:bodyPr/>
                    <a:lstStyle/>
                    <a:p>
                      <a:r>
                        <a:rPr lang="en-IN" dirty="0"/>
                        <a:t>0 to 2</a:t>
                      </a:r>
                    </a:p>
                  </a:txBody>
                  <a:tcPr/>
                </a:tc>
                <a:tc>
                  <a:txBody>
                    <a:bodyPr/>
                    <a:lstStyle/>
                    <a:p>
                      <a:r>
                        <a:rPr lang="en-IN" sz="1800" b="0" i="0" kern="1200" dirty="0">
                          <a:solidFill>
                            <a:schemeClr val="dk1"/>
                          </a:solidFill>
                          <a:effectLst/>
                          <a:latin typeface="+mn-lt"/>
                          <a:ea typeface="+mn-ea"/>
                          <a:cs typeface="+mn-cs"/>
                        </a:rPr>
                        <a:t>3 shifts per day</a:t>
                      </a:r>
                      <a:endParaRPr lang="en-IN" dirty="0"/>
                    </a:p>
                  </a:txBody>
                  <a:tcPr/>
                </a:tc>
                <a:extLst>
                  <a:ext uri="{0D108BD9-81ED-4DB2-BD59-A6C34878D82A}">
                    <a16:rowId xmlns:a16="http://schemas.microsoft.com/office/drawing/2014/main" val="1831496258"/>
                  </a:ext>
                </a:extLst>
              </a:tr>
              <a:tr h="719488">
                <a:tc>
                  <a:txBody>
                    <a:bodyPr/>
                    <a:lstStyle/>
                    <a:p>
                      <a:r>
                        <a:rPr lang="en-IN" dirty="0"/>
                        <a:t>k</a:t>
                      </a:r>
                    </a:p>
                  </a:txBody>
                  <a:tcPr/>
                </a:tc>
                <a:tc>
                  <a:txBody>
                    <a:bodyPr/>
                    <a:lstStyle/>
                    <a:p>
                      <a:r>
                        <a:rPr lang="en-IN" dirty="0"/>
                        <a:t>0 to 27</a:t>
                      </a:r>
                    </a:p>
                  </a:txBody>
                  <a:tcPr/>
                </a:tc>
                <a:tc>
                  <a:txBody>
                    <a:bodyPr/>
                    <a:lstStyle/>
                    <a:p>
                      <a:r>
                        <a:rPr lang="en-IN" sz="1800" b="0" i="0" kern="1200" dirty="0">
                          <a:solidFill>
                            <a:schemeClr val="dk1"/>
                          </a:solidFill>
                          <a:effectLst/>
                          <a:latin typeface="+mn-lt"/>
                          <a:ea typeface="+mn-ea"/>
                          <a:cs typeface="+mn-cs"/>
                        </a:rPr>
                        <a:t>28 days</a:t>
                      </a:r>
                      <a:endParaRPr lang="en-IN" dirty="0"/>
                    </a:p>
                  </a:txBody>
                  <a:tcPr/>
                </a:tc>
                <a:extLst>
                  <a:ext uri="{0D108BD9-81ED-4DB2-BD59-A6C34878D82A}">
                    <a16:rowId xmlns:a16="http://schemas.microsoft.com/office/drawing/2014/main" val="504077514"/>
                  </a:ext>
                </a:extLst>
              </a:tr>
            </a:tbl>
          </a:graphicData>
        </a:graphic>
      </p:graphicFrame>
    </p:spTree>
    <p:extLst>
      <p:ext uri="{BB962C8B-B14F-4D97-AF65-F5344CB8AC3E}">
        <p14:creationId xmlns:p14="http://schemas.microsoft.com/office/powerpoint/2010/main" val="16946201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DB23012-47C6-7576-52A2-5FC79B28E608}"/>
                  </a:ext>
                </a:extLst>
              </p:cNvPr>
              <p:cNvSpPr>
                <a:spLocks noGrp="1"/>
              </p:cNvSpPr>
              <p:nvPr>
                <p:ph idx="1"/>
              </p:nvPr>
            </p:nvSpPr>
            <p:spPr>
              <a:xfrm>
                <a:off x="481263" y="346509"/>
                <a:ext cx="11280809" cy="6169794"/>
              </a:xfrm>
            </p:spPr>
            <p:txBody>
              <a:bodyPr>
                <a:normAutofit/>
              </a:bodyPr>
              <a:lstStyle/>
              <a:p>
                <a:pPr algn="just"/>
                <a:endParaRPr lang="en-US" sz="2200" b="1" dirty="0"/>
              </a:p>
              <a:p>
                <a:pPr marL="0" indent="0" algn="just">
                  <a:buNone/>
                </a:pPr>
                <a:r>
                  <a:rPr lang="en-IN" sz="2200" b="1" dirty="0"/>
                  <a:t>		      4) Shift Requirements Constraints:</a:t>
                </a:r>
              </a:p>
              <a:p>
                <a:pPr marL="0" indent="0" algn="just">
                  <a:buNone/>
                </a:pPr>
                <a:r>
                  <a:rPr lang="en-IN" sz="2200" b="1" dirty="0"/>
                  <a:t>				</a:t>
                </a:r>
                <a14:m>
                  <m:oMath xmlns:m="http://schemas.openxmlformats.org/officeDocument/2006/math">
                    <m:nary>
                      <m:naryPr>
                        <m:chr m:val="∑"/>
                        <m:limLoc m:val="subSup"/>
                        <m:ctrlPr>
                          <a:rPr lang="en-IN" sz="2400" b="1" i="1" smtClean="0">
                            <a:latin typeface="Cambria Math" panose="02040503050406030204" pitchFamily="18" charset="0"/>
                          </a:rPr>
                        </m:ctrlPr>
                      </m:naryPr>
                      <m:sub>
                        <m:r>
                          <m:rPr>
                            <m:brk m:alnAt="1"/>
                          </m:rPr>
                          <a:rPr lang="en-IN" sz="2400" b="1" i="1" smtClean="0">
                            <a:latin typeface="Cambria Math" panose="02040503050406030204" pitchFamily="18" charset="0"/>
                          </a:rPr>
                          <m:t>𝒊</m:t>
                        </m:r>
                        <m:r>
                          <a:rPr lang="en-IN" sz="2400" b="1" i="1" smtClean="0">
                            <a:latin typeface="Cambria Math" panose="02040503050406030204" pitchFamily="18" charset="0"/>
                          </a:rPr>
                          <m:t>=</m:t>
                        </m:r>
                        <m:r>
                          <a:rPr lang="en-IN" sz="2400" b="1" i="1" smtClean="0">
                            <a:latin typeface="Cambria Math" panose="02040503050406030204" pitchFamily="18" charset="0"/>
                          </a:rPr>
                          <m:t>𝟎</m:t>
                        </m:r>
                      </m:sub>
                      <m:sup>
                        <m:r>
                          <a:rPr lang="en-IN" sz="2400" b="1" i="1" smtClean="0">
                            <a:latin typeface="Cambria Math" panose="02040503050406030204" pitchFamily="18" charset="0"/>
                          </a:rPr>
                          <m:t>𝟐𝟔</m:t>
                        </m:r>
                      </m:sup>
                      <m:e>
                        <m:sSub>
                          <m:sSubPr>
                            <m:ctrlPr>
                              <a:rPr lang="en-IN" sz="2400" b="1" i="1">
                                <a:latin typeface="Cambria Math" panose="02040503050406030204" pitchFamily="18" charset="0"/>
                              </a:rPr>
                            </m:ctrlPr>
                          </m:sSubPr>
                          <m:e>
                            <m:r>
                              <a:rPr lang="en-IN" sz="2400" b="1" i="1">
                                <a:latin typeface="Cambria Math" panose="02040503050406030204" pitchFamily="18" charset="0"/>
                              </a:rPr>
                              <m:t>𝑿</m:t>
                            </m:r>
                          </m:e>
                          <m:sub>
                            <m:r>
                              <a:rPr lang="en-IN" sz="2400" b="1" i="1">
                                <a:latin typeface="Cambria Math" panose="02040503050406030204" pitchFamily="18" charset="0"/>
                              </a:rPr>
                              <m:t>𝒊</m:t>
                            </m:r>
                            <m:r>
                              <a:rPr lang="en-IN" sz="2400" b="1" i="1" smtClean="0">
                                <a:latin typeface="Cambria Math" panose="02040503050406030204" pitchFamily="18" charset="0"/>
                              </a:rPr>
                              <m:t>𝒋</m:t>
                            </m:r>
                            <m:r>
                              <a:rPr lang="en-IN" sz="2400" b="1" i="1">
                                <a:latin typeface="Cambria Math" panose="02040503050406030204" pitchFamily="18" charset="0"/>
                              </a:rPr>
                              <m:t>𝒌</m:t>
                            </m:r>
                          </m:sub>
                        </m:sSub>
                      </m:e>
                    </m:nary>
                    <m:r>
                      <a:rPr lang="en-IN" sz="2400" b="1" i="1" smtClean="0">
                        <a:latin typeface="Cambria Math" panose="02040503050406030204" pitchFamily="18" charset="0"/>
                      </a:rPr>
                      <m:t>= </m:t>
                    </m:r>
                    <m:sSub>
                      <m:sSubPr>
                        <m:ctrlPr>
                          <a:rPr lang="en-IN" sz="2200" b="1" i="1" smtClean="0">
                            <a:latin typeface="Cambria Math" panose="02040503050406030204" pitchFamily="18" charset="0"/>
                          </a:rPr>
                        </m:ctrlPr>
                      </m:sSubPr>
                      <m:e>
                        <m:r>
                          <a:rPr lang="en-IN" sz="2200" b="1" i="1" smtClean="0">
                            <a:latin typeface="Cambria Math" panose="02040503050406030204" pitchFamily="18" charset="0"/>
                          </a:rPr>
                          <m:t>𝑹𝒆𝒒𝒖𝒊𝒓𝒆𝒎𝒆𝒏𝒕</m:t>
                        </m:r>
                      </m:e>
                      <m:sub>
                        <m:r>
                          <a:rPr lang="en-IN" sz="2200" b="1" i="1" smtClean="0">
                            <a:latin typeface="Cambria Math" panose="02040503050406030204" pitchFamily="18" charset="0"/>
                          </a:rPr>
                          <m:t>𝒋𝒌</m:t>
                        </m:r>
                      </m:sub>
                    </m:sSub>
                    <m:r>
                      <a:rPr lang="en-IN" sz="2200" b="1" i="1" smtClean="0">
                        <a:latin typeface="Cambria Math" panose="02040503050406030204" pitchFamily="18" charset="0"/>
                      </a:rPr>
                      <m:t> </m:t>
                    </m:r>
                  </m:oMath>
                </a14:m>
                <a:r>
                  <a:rPr lang="en-IN" sz="2200" b="1" dirty="0"/>
                  <a:t>,	</a:t>
                </a:r>
                <a:r>
                  <a:rPr lang="en-IN" sz="2200" dirty="0">
                    <a:latin typeface="Calibri" panose="020F0502020204030204" pitchFamily="34" charset="0"/>
                    <a:ea typeface="Calibri" panose="020F0502020204030204" pitchFamily="34" charset="0"/>
                    <a:cs typeface="Calibri" panose="020F0502020204030204" pitchFamily="34" charset="0"/>
                  </a:rPr>
                  <a:t>for j = 0,1,2 and k = 0,1,2,…..,27</a:t>
                </a:r>
              </a:p>
              <a:p>
                <a:pPr marL="0" indent="0" algn="just">
                  <a:buNone/>
                </a:pPr>
                <a:r>
                  <a:rPr lang="en-US" sz="2200" dirty="0">
                    <a:latin typeface="Calibri" panose="020F0502020204030204" pitchFamily="34" charset="0"/>
                    <a:ea typeface="Calibri" panose="020F0502020204030204" pitchFamily="34" charset="0"/>
                    <a:cs typeface="Calibri" panose="020F0502020204030204" pitchFamily="34" charset="0"/>
                  </a:rPr>
                  <a:t>Here, </a:t>
                </a:r>
                <a14:m>
                  <m:oMath xmlns:m="http://schemas.openxmlformats.org/officeDocument/2006/math">
                    <m:sSub>
                      <m:sSubPr>
                        <m:ctrlPr>
                          <a:rPr lang="en-IN" sz="2200" b="1" i="1" smtClean="0">
                            <a:latin typeface="Cambria Math" panose="02040503050406030204" pitchFamily="18" charset="0"/>
                          </a:rPr>
                        </m:ctrlPr>
                      </m:sSubPr>
                      <m:e>
                        <m:r>
                          <a:rPr lang="en-IN" sz="2200" b="1" i="1" smtClean="0">
                            <a:latin typeface="Cambria Math" panose="02040503050406030204" pitchFamily="18" charset="0"/>
                          </a:rPr>
                          <m:t>𝑹𝒆𝒒𝒖𝒊𝒓𝒆𝒎𝒆𝒏𝒕</m:t>
                        </m:r>
                      </m:e>
                      <m:sub>
                        <m:r>
                          <a:rPr lang="en-IN" sz="2200" b="1" i="1" smtClean="0">
                            <a:latin typeface="Cambria Math" panose="02040503050406030204" pitchFamily="18" charset="0"/>
                          </a:rPr>
                          <m:t>𝒋𝒌</m:t>
                        </m:r>
                      </m:sub>
                    </m:sSub>
                  </m:oMath>
                </a14:m>
                <a:r>
                  <a:rPr lang="en-US" sz="2200" b="1" dirty="0">
                    <a:latin typeface="Calibri" panose="020F0502020204030204" pitchFamily="34" charset="0"/>
                    <a:ea typeface="Calibri" panose="020F0502020204030204" pitchFamily="34" charset="0"/>
                    <a:cs typeface="Calibri" panose="020F0502020204030204" pitchFamily="34" charset="0"/>
                  </a:rPr>
                  <a:t> </a:t>
                </a:r>
                <a:r>
                  <a:rPr lang="en-US" sz="2200" dirty="0">
                    <a:latin typeface="Calibri" panose="020F0502020204030204" pitchFamily="34" charset="0"/>
                    <a:ea typeface="Calibri" panose="020F0502020204030204" pitchFamily="34" charset="0"/>
                    <a:cs typeface="Calibri" panose="020F0502020204030204" pitchFamily="34" charset="0"/>
                  </a:rPr>
                  <a:t>denotes the required number of nurses for shift j on day k.</a:t>
                </a:r>
              </a:p>
              <a:p>
                <a:pPr algn="just"/>
                <a:endParaRPr lang="en-US" sz="2200" b="1" dirty="0"/>
              </a:p>
              <a:p>
                <a:pPr algn="just"/>
                <a:r>
                  <a:rPr lang="en-US" sz="2200" b="1" dirty="0"/>
                  <a:t>Objective Function:</a:t>
                </a:r>
              </a:p>
              <a:p>
                <a:pPr marL="0" indent="0" algn="just">
                  <a:buNone/>
                </a:pPr>
                <a:r>
                  <a:rPr lang="en-US" sz="2200" b="1" dirty="0">
                    <a:latin typeface="Calibri" panose="020F0502020204030204" pitchFamily="34" charset="0"/>
                    <a:ea typeface="Calibri" panose="020F0502020204030204" pitchFamily="34" charset="0"/>
                    <a:cs typeface="Calibri" panose="020F0502020204030204" pitchFamily="34" charset="0"/>
                  </a:rPr>
                  <a:t> </a:t>
                </a:r>
                <a:r>
                  <a:rPr lang="en-US" sz="2200" dirty="0">
                    <a:latin typeface="Calibri" panose="020F0502020204030204" pitchFamily="34" charset="0"/>
                    <a:ea typeface="Calibri" panose="020F0502020204030204" pitchFamily="34" charset="0"/>
                    <a:cs typeface="Calibri" panose="020F0502020204030204" pitchFamily="34" charset="0"/>
                  </a:rPr>
                  <a:t>The objective is to minimize the total number of assigned nurses, over the 28-day period, which can be represented as:</a:t>
                </a:r>
              </a:p>
              <a:p>
                <a:pPr algn="just"/>
                <a:endParaRPr lang="en-US" sz="2200" b="1" dirty="0"/>
              </a:p>
              <a:p>
                <a:pPr marL="0" indent="0" algn="just">
                  <a:buNone/>
                </a:pPr>
                <a:r>
                  <a:rPr lang="en-US" sz="2200" b="1"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Minimize</a:t>
                </a:r>
                <a:r>
                  <a:rPr lang="en-US" sz="2400" b="1" dirty="0"/>
                  <a:t> Z = </a:t>
                </a:r>
                <a14:m>
                  <m:oMath xmlns:m="http://schemas.openxmlformats.org/officeDocument/2006/math">
                    <m:nary>
                      <m:naryPr>
                        <m:chr m:val="∑"/>
                        <m:limLoc m:val="subSup"/>
                        <m:ctrlPr>
                          <a:rPr lang="en-US" sz="2400" b="1" i="1" smtClean="0">
                            <a:latin typeface="Cambria Math" panose="02040503050406030204" pitchFamily="18" charset="0"/>
                          </a:rPr>
                        </m:ctrlPr>
                      </m:naryPr>
                      <m:sub>
                        <m:r>
                          <m:rPr>
                            <m:brk m:alnAt="25"/>
                          </m:rPr>
                          <a:rPr lang="en-IN" sz="2400" b="1" i="1" smtClean="0">
                            <a:latin typeface="Cambria Math" panose="02040503050406030204" pitchFamily="18" charset="0"/>
                          </a:rPr>
                          <m:t>𝒊</m:t>
                        </m:r>
                        <m:r>
                          <a:rPr lang="en-IN" sz="2400" b="1" i="1" smtClean="0">
                            <a:latin typeface="Cambria Math" panose="02040503050406030204" pitchFamily="18" charset="0"/>
                          </a:rPr>
                          <m:t>=</m:t>
                        </m:r>
                        <m:r>
                          <a:rPr lang="en-IN" sz="2400" b="1" i="1" smtClean="0">
                            <a:latin typeface="Cambria Math" panose="02040503050406030204" pitchFamily="18" charset="0"/>
                          </a:rPr>
                          <m:t>𝟎</m:t>
                        </m:r>
                      </m:sub>
                      <m:sup>
                        <m:r>
                          <a:rPr lang="en-IN" sz="2400" b="1" i="1" smtClean="0">
                            <a:latin typeface="Cambria Math" panose="02040503050406030204" pitchFamily="18" charset="0"/>
                          </a:rPr>
                          <m:t>𝟐𝟔</m:t>
                        </m:r>
                      </m:sup>
                      <m:e>
                        <m:nary>
                          <m:naryPr>
                            <m:chr m:val="∑"/>
                            <m:limLoc m:val="subSup"/>
                            <m:ctrlPr>
                              <a:rPr lang="en-US" sz="2400" b="1" i="1" smtClean="0">
                                <a:latin typeface="Cambria Math" panose="02040503050406030204" pitchFamily="18" charset="0"/>
                              </a:rPr>
                            </m:ctrlPr>
                          </m:naryPr>
                          <m:sub>
                            <m:r>
                              <m:rPr>
                                <m:brk m:alnAt="25"/>
                              </m:rPr>
                              <a:rPr lang="en-IN" sz="2400" b="1" i="1" smtClean="0">
                                <a:latin typeface="Cambria Math" panose="02040503050406030204" pitchFamily="18" charset="0"/>
                              </a:rPr>
                              <m:t>𝒋</m:t>
                            </m:r>
                            <m:r>
                              <a:rPr lang="en-IN" sz="2400" b="1" i="1" smtClean="0">
                                <a:latin typeface="Cambria Math" panose="02040503050406030204" pitchFamily="18" charset="0"/>
                              </a:rPr>
                              <m:t>=</m:t>
                            </m:r>
                            <m:r>
                              <a:rPr lang="en-IN" sz="2400" b="1" i="1" smtClean="0">
                                <a:latin typeface="Cambria Math" panose="02040503050406030204" pitchFamily="18" charset="0"/>
                              </a:rPr>
                              <m:t>𝟎</m:t>
                            </m:r>
                          </m:sub>
                          <m:sup>
                            <m:r>
                              <a:rPr lang="en-IN" sz="2400" b="1" i="1" smtClean="0">
                                <a:latin typeface="Cambria Math" panose="02040503050406030204" pitchFamily="18" charset="0"/>
                              </a:rPr>
                              <m:t>𝟐</m:t>
                            </m:r>
                          </m:sup>
                          <m:e>
                            <m:nary>
                              <m:naryPr>
                                <m:chr m:val="∑"/>
                                <m:limLoc m:val="subSup"/>
                                <m:ctrlPr>
                                  <a:rPr lang="en-US" sz="2400" b="1" i="1" smtClean="0">
                                    <a:latin typeface="Cambria Math" panose="02040503050406030204" pitchFamily="18" charset="0"/>
                                  </a:rPr>
                                </m:ctrlPr>
                              </m:naryPr>
                              <m:sub>
                                <m:r>
                                  <m:rPr>
                                    <m:brk m:alnAt="25"/>
                                  </m:rPr>
                                  <a:rPr lang="en-IN" sz="2400" b="1" i="1" smtClean="0">
                                    <a:latin typeface="Cambria Math" panose="02040503050406030204" pitchFamily="18" charset="0"/>
                                  </a:rPr>
                                  <m:t>𝒌</m:t>
                                </m:r>
                                <m:r>
                                  <a:rPr lang="en-IN" sz="2400" b="1" i="1" smtClean="0">
                                    <a:latin typeface="Cambria Math" panose="02040503050406030204" pitchFamily="18" charset="0"/>
                                  </a:rPr>
                                  <m:t>=</m:t>
                                </m:r>
                                <m:r>
                                  <a:rPr lang="en-IN" sz="2400" b="1" i="1" smtClean="0">
                                    <a:latin typeface="Cambria Math" panose="02040503050406030204" pitchFamily="18" charset="0"/>
                                  </a:rPr>
                                  <m:t>𝟎</m:t>
                                </m:r>
                              </m:sub>
                              <m:sup>
                                <m:r>
                                  <a:rPr lang="en-IN" sz="2400" b="1" i="1" smtClean="0">
                                    <a:latin typeface="Cambria Math" panose="02040503050406030204" pitchFamily="18" charset="0"/>
                                  </a:rPr>
                                  <m:t>𝟐𝟕</m:t>
                                </m:r>
                              </m:sup>
                              <m:e>
                                <m:sSub>
                                  <m:sSubPr>
                                    <m:ctrlPr>
                                      <a:rPr lang="en-US" sz="2400" b="1" i="1" smtClean="0">
                                        <a:latin typeface="Cambria Math" panose="02040503050406030204" pitchFamily="18" charset="0"/>
                                      </a:rPr>
                                    </m:ctrlPr>
                                  </m:sSubPr>
                                  <m:e>
                                    <m:r>
                                      <a:rPr lang="en-IN" sz="2400" b="1" i="1" smtClean="0">
                                        <a:latin typeface="Cambria Math" panose="02040503050406030204" pitchFamily="18" charset="0"/>
                                      </a:rPr>
                                      <m:t>𝑿</m:t>
                                    </m:r>
                                  </m:e>
                                  <m:sub>
                                    <m:r>
                                      <a:rPr lang="en-IN" sz="2400" b="1" i="1" smtClean="0">
                                        <a:latin typeface="Cambria Math" panose="02040503050406030204" pitchFamily="18" charset="0"/>
                                      </a:rPr>
                                      <m:t>𝒊𝒋𝒌</m:t>
                                    </m:r>
                                  </m:sub>
                                </m:sSub>
                              </m:e>
                            </m:nary>
                          </m:e>
                        </m:nary>
                      </m:e>
                    </m:nary>
                  </m:oMath>
                </a14:m>
                <a:endParaRPr lang="en-IN" sz="2200" b="1" dirty="0"/>
              </a:p>
            </p:txBody>
          </p:sp>
        </mc:Choice>
        <mc:Fallback>
          <p:sp>
            <p:nvSpPr>
              <p:cNvPr id="3" name="Content Placeholder 2">
                <a:extLst>
                  <a:ext uri="{FF2B5EF4-FFF2-40B4-BE49-F238E27FC236}">
                    <a16:creationId xmlns:a16="http://schemas.microsoft.com/office/drawing/2014/main" id="{1DB23012-47C6-7576-52A2-5FC79B28E608}"/>
                  </a:ext>
                </a:extLst>
              </p:cNvPr>
              <p:cNvSpPr>
                <a:spLocks noGrp="1" noRot="1" noChangeAspect="1" noMove="1" noResize="1" noEditPoints="1" noAdjustHandles="1" noChangeArrowheads="1" noChangeShapeType="1" noTextEdit="1"/>
              </p:cNvSpPr>
              <p:nvPr>
                <p:ph idx="1"/>
              </p:nvPr>
            </p:nvSpPr>
            <p:spPr>
              <a:xfrm>
                <a:off x="481263" y="346509"/>
                <a:ext cx="11280809" cy="6169794"/>
              </a:xfrm>
              <a:blipFill>
                <a:blip r:embed="rId2"/>
                <a:stretch>
                  <a:fillRect l="-703" r="-703"/>
                </a:stretch>
              </a:blipFill>
            </p:spPr>
            <p:txBody>
              <a:bodyPr/>
              <a:lstStyle/>
              <a:p>
                <a:r>
                  <a:rPr lang="en-IN">
                    <a:noFill/>
                  </a:rPr>
                  <a:t> </a:t>
                </a:r>
              </a:p>
            </p:txBody>
          </p:sp>
        </mc:Fallback>
      </mc:AlternateContent>
    </p:spTree>
    <p:extLst>
      <p:ext uri="{BB962C8B-B14F-4D97-AF65-F5344CB8AC3E}">
        <p14:creationId xmlns:p14="http://schemas.microsoft.com/office/powerpoint/2010/main" val="16695976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B23012-47C6-7576-52A2-5FC79B28E608}"/>
              </a:ext>
            </a:extLst>
          </p:cNvPr>
          <p:cNvSpPr>
            <a:spLocks noGrp="1"/>
          </p:cNvSpPr>
          <p:nvPr>
            <p:ph idx="1"/>
          </p:nvPr>
        </p:nvSpPr>
        <p:spPr>
          <a:xfrm>
            <a:off x="442763" y="115503"/>
            <a:ext cx="11319310" cy="6400800"/>
          </a:xfrm>
        </p:spPr>
        <p:txBody>
          <a:bodyPr>
            <a:normAutofit/>
          </a:bodyPr>
          <a:lstStyle/>
          <a:p>
            <a:pPr algn="just"/>
            <a:r>
              <a:rPr lang="en-US" sz="2200" b="1" dirty="0">
                <a:latin typeface="Calibri" panose="020F0502020204030204" pitchFamily="34" charset="0"/>
                <a:ea typeface="Calibri" panose="020F0502020204030204" pitchFamily="34" charset="0"/>
                <a:cs typeface="Calibri" panose="020F0502020204030204" pitchFamily="34" charset="0"/>
              </a:rPr>
              <a:t>Significance of Plots:</a:t>
            </a:r>
          </a:p>
          <a:p>
            <a:pPr marL="0" indent="0" algn="just">
              <a:buNone/>
            </a:pPr>
            <a:r>
              <a:rPr lang="en-US" sz="2200" dirty="0">
                <a:latin typeface="Calibri" panose="020F0502020204030204" pitchFamily="34" charset="0"/>
                <a:ea typeface="Calibri" panose="020F0502020204030204" pitchFamily="34" charset="0"/>
                <a:cs typeface="Calibri" panose="020F0502020204030204" pitchFamily="34" charset="0"/>
              </a:rPr>
              <a:t>			</a:t>
            </a:r>
            <a:r>
              <a:rPr lang="en-US" sz="2200" b="1" dirty="0">
                <a:latin typeface="Calibri" panose="020F0502020204030204" pitchFamily="34" charset="0"/>
                <a:ea typeface="Calibri" panose="020F0502020204030204" pitchFamily="34" charset="0"/>
                <a:cs typeface="Calibri" panose="020F0502020204030204" pitchFamily="34" charset="0"/>
              </a:rPr>
              <a:t> </a:t>
            </a:r>
            <a:r>
              <a:rPr lang="en-US" sz="2200" b="1" dirty="0">
                <a:solidFill>
                  <a:srgbClr val="C00000"/>
                </a:solidFill>
                <a:latin typeface="Calibri" panose="020F0502020204030204" pitchFamily="34" charset="0"/>
                <a:ea typeface="Calibri" panose="020F0502020204030204" pitchFamily="34" charset="0"/>
                <a:cs typeface="Calibri" panose="020F0502020204030204" pitchFamily="34" charset="0"/>
              </a:rPr>
              <a:t>1)</a:t>
            </a:r>
            <a:r>
              <a:rPr lang="en-US" sz="2200" b="1" dirty="0">
                <a:latin typeface="Calibri" panose="020F0502020204030204" pitchFamily="34" charset="0"/>
                <a:ea typeface="Calibri" panose="020F0502020204030204" pitchFamily="34" charset="0"/>
                <a:cs typeface="Calibri" panose="020F0502020204030204" pitchFamily="34" charset="0"/>
              </a:rPr>
              <a:t> Scheduling Table: </a:t>
            </a:r>
            <a:r>
              <a:rPr lang="en-US" sz="2200" dirty="0">
                <a:latin typeface="Calibri" panose="020F0502020204030204" pitchFamily="34" charset="0"/>
                <a:ea typeface="Calibri" panose="020F0502020204030204" pitchFamily="34" charset="0"/>
                <a:cs typeface="Calibri" panose="020F0502020204030204" pitchFamily="34" charset="0"/>
              </a:rPr>
              <a:t>Provides a detailed overview of nurse assignments for each day 		    and shift, facilitating easy interpretation of the scheduling solution.</a:t>
            </a:r>
            <a:endParaRPr lang="en-IN" sz="22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A0233527-CD5F-6FE1-A595-EB97B99BCF9C}"/>
              </a:ext>
            </a:extLst>
          </p:cNvPr>
          <p:cNvPicPr>
            <a:picLocks noChangeAspect="1"/>
          </p:cNvPicPr>
          <p:nvPr/>
        </p:nvPicPr>
        <p:blipFill>
          <a:blip r:embed="rId2"/>
          <a:stretch>
            <a:fillRect/>
          </a:stretch>
        </p:blipFill>
        <p:spPr>
          <a:xfrm>
            <a:off x="1034989" y="1578543"/>
            <a:ext cx="10978334" cy="4607231"/>
          </a:xfrm>
          <a:prstGeom prst="rect">
            <a:avLst/>
          </a:prstGeom>
        </p:spPr>
      </p:pic>
    </p:spTree>
    <p:extLst>
      <p:ext uri="{BB962C8B-B14F-4D97-AF65-F5344CB8AC3E}">
        <p14:creationId xmlns:p14="http://schemas.microsoft.com/office/powerpoint/2010/main" val="885423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B23012-47C6-7576-52A2-5FC79B28E608}"/>
              </a:ext>
            </a:extLst>
          </p:cNvPr>
          <p:cNvSpPr>
            <a:spLocks noGrp="1"/>
          </p:cNvSpPr>
          <p:nvPr>
            <p:ph idx="1"/>
          </p:nvPr>
        </p:nvSpPr>
        <p:spPr>
          <a:xfrm>
            <a:off x="462013" y="182880"/>
            <a:ext cx="11300059" cy="6333423"/>
          </a:xfrm>
        </p:spPr>
        <p:txBody>
          <a:bodyPr>
            <a:normAutofit/>
          </a:bodyPr>
          <a:lstStyle/>
          <a:p>
            <a:pPr marL="0" indent="0" algn="just">
              <a:buNone/>
            </a:pPr>
            <a:r>
              <a:rPr lang="en-US" sz="2200" b="1" dirty="0">
                <a:solidFill>
                  <a:srgbClr val="C00000"/>
                </a:solidFill>
                <a:latin typeface="Calibri" panose="020F0502020204030204" pitchFamily="34" charset="0"/>
                <a:ea typeface="Calibri" panose="020F0502020204030204" pitchFamily="34" charset="0"/>
                <a:cs typeface="Calibri" panose="020F0502020204030204" pitchFamily="34" charset="0"/>
              </a:rPr>
              <a:t>2)</a:t>
            </a:r>
            <a:r>
              <a:rPr lang="en-US" sz="2200" b="1" dirty="0">
                <a:latin typeface="Calibri" panose="020F0502020204030204" pitchFamily="34" charset="0"/>
                <a:ea typeface="Calibri" panose="020F0502020204030204" pitchFamily="34" charset="0"/>
                <a:cs typeface="Calibri" panose="020F0502020204030204" pitchFamily="34" charset="0"/>
              </a:rPr>
              <a:t> Bar Graph of the Number of Shifts Done by Each Nurse:</a:t>
            </a:r>
          </a:p>
          <a:p>
            <a:pPr marL="0" indent="0" algn="just">
              <a:buNone/>
            </a:pPr>
            <a:r>
              <a:rPr lang="en-US" sz="2200" dirty="0">
                <a:latin typeface="Calibri" panose="020F0502020204030204" pitchFamily="34" charset="0"/>
                <a:ea typeface="Calibri" panose="020F0502020204030204" pitchFamily="34" charset="0"/>
                <a:cs typeface="Calibri" panose="020F0502020204030204" pitchFamily="34" charset="0"/>
              </a:rPr>
              <a:t>		   Highlights the workload distribution among nurses, identifying any disparities in         		          the number of shifts worked.</a:t>
            </a:r>
          </a:p>
        </p:txBody>
      </p:sp>
      <p:pic>
        <p:nvPicPr>
          <p:cNvPr id="4" name="Picture 3">
            <a:extLst>
              <a:ext uri="{FF2B5EF4-FFF2-40B4-BE49-F238E27FC236}">
                <a16:creationId xmlns:a16="http://schemas.microsoft.com/office/drawing/2014/main" id="{FF1E8849-652D-7346-B8C1-701E491EEE85}"/>
              </a:ext>
            </a:extLst>
          </p:cNvPr>
          <p:cNvPicPr>
            <a:picLocks noChangeAspect="1"/>
          </p:cNvPicPr>
          <p:nvPr/>
        </p:nvPicPr>
        <p:blipFill>
          <a:blip r:embed="rId2"/>
          <a:stretch>
            <a:fillRect/>
          </a:stretch>
        </p:blipFill>
        <p:spPr>
          <a:xfrm>
            <a:off x="1749754" y="1456630"/>
            <a:ext cx="9877566" cy="5059673"/>
          </a:xfrm>
          <a:prstGeom prst="rect">
            <a:avLst/>
          </a:prstGeom>
        </p:spPr>
      </p:pic>
    </p:spTree>
    <p:extLst>
      <p:ext uri="{BB962C8B-B14F-4D97-AF65-F5344CB8AC3E}">
        <p14:creationId xmlns:p14="http://schemas.microsoft.com/office/powerpoint/2010/main" val="3574826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B23012-47C6-7576-52A2-5FC79B28E608}"/>
              </a:ext>
            </a:extLst>
          </p:cNvPr>
          <p:cNvSpPr>
            <a:spLocks noGrp="1"/>
          </p:cNvSpPr>
          <p:nvPr>
            <p:ph idx="1"/>
          </p:nvPr>
        </p:nvSpPr>
        <p:spPr>
          <a:xfrm>
            <a:off x="452387" y="67377"/>
            <a:ext cx="11309685" cy="6448926"/>
          </a:xfrm>
        </p:spPr>
        <p:txBody>
          <a:bodyPr>
            <a:normAutofit/>
          </a:bodyPr>
          <a:lstStyle/>
          <a:p>
            <a:pPr marL="0" indent="0" algn="just">
              <a:buNone/>
            </a:pPr>
            <a:r>
              <a:rPr lang="en-US" sz="2200" b="1" dirty="0">
                <a:solidFill>
                  <a:srgbClr val="C00000"/>
                </a:solidFill>
                <a:latin typeface="Calibri" panose="020F0502020204030204" pitchFamily="34" charset="0"/>
                <a:ea typeface="Calibri" panose="020F0502020204030204" pitchFamily="34" charset="0"/>
                <a:cs typeface="Calibri" panose="020F0502020204030204" pitchFamily="34" charset="0"/>
              </a:rPr>
              <a:t>3) </a:t>
            </a:r>
            <a:r>
              <a:rPr lang="en-US" sz="2200" b="1" dirty="0">
                <a:latin typeface="Calibri" panose="020F0502020204030204" pitchFamily="34" charset="0"/>
                <a:ea typeface="Calibri" panose="020F0502020204030204" pitchFamily="34" charset="0"/>
                <a:cs typeface="Calibri" panose="020F0502020204030204" pitchFamily="34" charset="0"/>
              </a:rPr>
              <a:t>Stacked Area Chart of Shift Requirements: </a:t>
            </a:r>
          </a:p>
          <a:p>
            <a:pPr marL="0" indent="0" algn="just">
              <a:buNone/>
            </a:pPr>
            <a:r>
              <a:rPr lang="en-US" sz="2200" dirty="0">
                <a:latin typeface="Calibri" panose="020F0502020204030204" pitchFamily="34" charset="0"/>
                <a:ea typeface="Calibri" panose="020F0502020204030204" pitchFamily="34" charset="0"/>
                <a:cs typeface="Calibri" panose="020F0502020204030204" pitchFamily="34" charset="0"/>
              </a:rPr>
              <a:t>                Compares shift requirements over the 28-day period, aiding in understanding the 				  demand for different shift types.</a:t>
            </a:r>
          </a:p>
        </p:txBody>
      </p:sp>
      <p:pic>
        <p:nvPicPr>
          <p:cNvPr id="5" name="Picture 4">
            <a:extLst>
              <a:ext uri="{FF2B5EF4-FFF2-40B4-BE49-F238E27FC236}">
                <a16:creationId xmlns:a16="http://schemas.microsoft.com/office/drawing/2014/main" id="{F572213D-2E61-E48C-7D28-23DD32C08548}"/>
              </a:ext>
            </a:extLst>
          </p:cNvPr>
          <p:cNvPicPr>
            <a:picLocks noChangeAspect="1"/>
          </p:cNvPicPr>
          <p:nvPr/>
        </p:nvPicPr>
        <p:blipFill>
          <a:blip r:embed="rId2"/>
          <a:stretch>
            <a:fillRect/>
          </a:stretch>
        </p:blipFill>
        <p:spPr>
          <a:xfrm>
            <a:off x="1716596" y="1328287"/>
            <a:ext cx="10263647" cy="5285246"/>
          </a:xfrm>
          <a:prstGeom prst="rect">
            <a:avLst/>
          </a:prstGeom>
        </p:spPr>
      </p:pic>
    </p:spTree>
    <p:extLst>
      <p:ext uri="{BB962C8B-B14F-4D97-AF65-F5344CB8AC3E}">
        <p14:creationId xmlns:p14="http://schemas.microsoft.com/office/powerpoint/2010/main" val="2231058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B23012-47C6-7576-52A2-5FC79B28E608}"/>
              </a:ext>
            </a:extLst>
          </p:cNvPr>
          <p:cNvSpPr>
            <a:spLocks noGrp="1"/>
          </p:cNvSpPr>
          <p:nvPr>
            <p:ph idx="1"/>
          </p:nvPr>
        </p:nvSpPr>
        <p:spPr>
          <a:xfrm>
            <a:off x="413887" y="96252"/>
            <a:ext cx="11348186" cy="6420051"/>
          </a:xfrm>
        </p:spPr>
        <p:txBody>
          <a:bodyPr>
            <a:normAutofit/>
          </a:bodyPr>
          <a:lstStyle/>
          <a:p>
            <a:pPr marL="0" indent="0" algn="just">
              <a:buNone/>
            </a:pPr>
            <a:r>
              <a:rPr lang="en-US" sz="2200" b="1" dirty="0">
                <a:solidFill>
                  <a:srgbClr val="C00000"/>
                </a:solidFill>
                <a:latin typeface="Calibri" panose="020F0502020204030204" pitchFamily="34" charset="0"/>
                <a:ea typeface="Calibri" panose="020F0502020204030204" pitchFamily="34" charset="0"/>
                <a:cs typeface="Calibri" panose="020F0502020204030204" pitchFamily="34" charset="0"/>
              </a:rPr>
              <a:t>4)</a:t>
            </a:r>
            <a:r>
              <a:rPr lang="en-US" sz="2200" b="1" dirty="0">
                <a:latin typeface="Calibri" panose="020F0502020204030204" pitchFamily="34" charset="0"/>
                <a:ea typeface="Calibri" panose="020F0502020204030204" pitchFamily="34" charset="0"/>
                <a:cs typeface="Calibri" panose="020F0502020204030204" pitchFamily="34" charset="0"/>
              </a:rPr>
              <a:t> 3D Bubble Chart of Nurse Assignments: </a:t>
            </a:r>
          </a:p>
          <a:p>
            <a:pPr marL="0" indent="0" algn="just">
              <a:buNone/>
            </a:pPr>
            <a:r>
              <a:rPr lang="en-US" sz="2200" dirty="0">
                <a:latin typeface="Calibri" panose="020F0502020204030204" pitchFamily="34" charset="0"/>
                <a:ea typeface="Calibri" panose="020F0502020204030204" pitchFamily="34" charset="0"/>
                <a:cs typeface="Calibri" panose="020F0502020204030204" pitchFamily="34" charset="0"/>
              </a:rPr>
              <a:t>                  Provides a comprehensive view of nurse assignments across shifts and days, allowing for 		   easy identification of nurse allocations and coverage.</a:t>
            </a:r>
          </a:p>
        </p:txBody>
      </p:sp>
      <p:pic>
        <p:nvPicPr>
          <p:cNvPr id="4" name="Picture 3">
            <a:extLst>
              <a:ext uri="{FF2B5EF4-FFF2-40B4-BE49-F238E27FC236}">
                <a16:creationId xmlns:a16="http://schemas.microsoft.com/office/drawing/2014/main" id="{66E9B4A6-030B-B480-484B-07325A2A6C60}"/>
              </a:ext>
            </a:extLst>
          </p:cNvPr>
          <p:cNvPicPr>
            <a:picLocks noChangeAspect="1"/>
          </p:cNvPicPr>
          <p:nvPr/>
        </p:nvPicPr>
        <p:blipFill>
          <a:blip r:embed="rId2"/>
          <a:stretch>
            <a:fillRect/>
          </a:stretch>
        </p:blipFill>
        <p:spPr>
          <a:xfrm>
            <a:off x="1694045" y="1424540"/>
            <a:ext cx="9101737" cy="5337208"/>
          </a:xfrm>
          <a:prstGeom prst="rect">
            <a:avLst/>
          </a:prstGeom>
        </p:spPr>
      </p:pic>
    </p:spTree>
    <p:extLst>
      <p:ext uri="{BB962C8B-B14F-4D97-AF65-F5344CB8AC3E}">
        <p14:creationId xmlns:p14="http://schemas.microsoft.com/office/powerpoint/2010/main" val="2205785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3CA6D7-DDCF-1DD2-6568-3E4AA8112DA9}"/>
              </a:ext>
            </a:extLst>
          </p:cNvPr>
          <p:cNvPicPr>
            <a:picLocks noChangeAspect="1"/>
          </p:cNvPicPr>
          <p:nvPr/>
        </p:nvPicPr>
        <p:blipFill>
          <a:blip r:embed="rId2"/>
          <a:stretch>
            <a:fillRect/>
          </a:stretch>
        </p:blipFill>
        <p:spPr>
          <a:xfrm>
            <a:off x="653343" y="1395663"/>
            <a:ext cx="11281983" cy="5380521"/>
          </a:xfrm>
          <a:prstGeom prst="rect">
            <a:avLst/>
          </a:prstGeom>
        </p:spPr>
      </p:pic>
      <p:sp>
        <p:nvSpPr>
          <p:cNvPr id="2" name="TextBox 1">
            <a:extLst>
              <a:ext uri="{FF2B5EF4-FFF2-40B4-BE49-F238E27FC236}">
                <a16:creationId xmlns:a16="http://schemas.microsoft.com/office/drawing/2014/main" id="{B948DD7D-939B-5E07-CC55-4059578D32FE}"/>
              </a:ext>
            </a:extLst>
          </p:cNvPr>
          <p:cNvSpPr txBox="1"/>
          <p:nvPr/>
        </p:nvSpPr>
        <p:spPr>
          <a:xfrm>
            <a:off x="2184935" y="259882"/>
            <a:ext cx="8932245" cy="707886"/>
          </a:xfrm>
          <a:prstGeom prst="rect">
            <a:avLst/>
          </a:prstGeom>
          <a:noFill/>
        </p:spPr>
        <p:txBody>
          <a:bodyPr wrap="square" rtlCol="0">
            <a:spAutoFit/>
          </a:bodyPr>
          <a:lstStyle/>
          <a:p>
            <a:r>
              <a:rPr lang="en-IN" sz="4000" b="1" dirty="0"/>
              <a:t>CMD OUTPUT</a:t>
            </a:r>
          </a:p>
        </p:txBody>
      </p:sp>
    </p:spTree>
    <p:extLst>
      <p:ext uri="{BB962C8B-B14F-4D97-AF65-F5344CB8AC3E}">
        <p14:creationId xmlns:p14="http://schemas.microsoft.com/office/powerpoint/2010/main" val="3320758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9F9E3F-765E-1BDC-79B0-DBAFDD345FD0}"/>
              </a:ext>
            </a:extLst>
          </p:cNvPr>
          <p:cNvPicPr>
            <a:picLocks noChangeAspect="1"/>
          </p:cNvPicPr>
          <p:nvPr/>
        </p:nvPicPr>
        <p:blipFill>
          <a:blip r:embed="rId2"/>
          <a:stretch>
            <a:fillRect/>
          </a:stretch>
        </p:blipFill>
        <p:spPr>
          <a:xfrm>
            <a:off x="808522" y="1371626"/>
            <a:ext cx="11239098" cy="5380495"/>
          </a:xfrm>
          <a:prstGeom prst="rect">
            <a:avLst/>
          </a:prstGeom>
        </p:spPr>
      </p:pic>
    </p:spTree>
    <p:extLst>
      <p:ext uri="{BB962C8B-B14F-4D97-AF65-F5344CB8AC3E}">
        <p14:creationId xmlns:p14="http://schemas.microsoft.com/office/powerpoint/2010/main" val="13100943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D6AE9-44AB-2800-385C-F6B998882DC3}"/>
              </a:ext>
            </a:extLst>
          </p:cNvPr>
          <p:cNvSpPr>
            <a:spLocks noGrp="1"/>
          </p:cNvSpPr>
          <p:nvPr>
            <p:ph type="title"/>
          </p:nvPr>
        </p:nvSpPr>
        <p:spPr>
          <a:xfrm>
            <a:off x="404260" y="229473"/>
            <a:ext cx="11511816" cy="6392707"/>
          </a:xfrm>
        </p:spPr>
        <p:txBody>
          <a:bodyPr/>
          <a:lstStyle/>
          <a:p>
            <a:r>
              <a:rPr lang="en-IN" dirty="0"/>
              <a:t>			</a:t>
            </a:r>
            <a:r>
              <a:rPr lang="en-IN" sz="4000" b="1" dirty="0"/>
              <a:t>Future Goal</a:t>
            </a:r>
            <a:br>
              <a:rPr lang="en-IN" dirty="0"/>
            </a:br>
            <a:r>
              <a:rPr lang="en-IN" dirty="0"/>
              <a:t>	</a:t>
            </a:r>
            <a:br>
              <a:rPr lang="en-IN" dirty="0"/>
            </a:br>
            <a:r>
              <a:rPr lang="en-IN" sz="2400" dirty="0">
                <a:latin typeface="Calibri" panose="020F0502020204030204" pitchFamily="34" charset="0"/>
                <a:ea typeface="Calibri" panose="020F0502020204030204" pitchFamily="34" charset="0"/>
                <a:cs typeface="Calibri" panose="020F0502020204030204" pitchFamily="34" charset="0"/>
              </a:rPr>
              <a:t>We are currently working to develop a greedy </a:t>
            </a:r>
            <a:br>
              <a:rPr lang="en-IN" sz="2400" dirty="0">
                <a:latin typeface="Calibri" panose="020F0502020204030204" pitchFamily="34" charset="0"/>
                <a:ea typeface="Calibri" panose="020F0502020204030204" pitchFamily="34" charset="0"/>
                <a:cs typeface="Calibri" panose="020F0502020204030204" pitchFamily="34" charset="0"/>
              </a:rPr>
            </a:br>
            <a:r>
              <a:rPr lang="en-IN" sz="2400" dirty="0">
                <a:latin typeface="Calibri" panose="020F0502020204030204" pitchFamily="34" charset="0"/>
                <a:ea typeface="Calibri" panose="020F0502020204030204" pitchFamily="34" charset="0"/>
                <a:cs typeface="Calibri" panose="020F0502020204030204" pitchFamily="34" charset="0"/>
              </a:rPr>
              <a:t>algorithm to obtain scalable solutions efficiently. </a:t>
            </a:r>
            <a:endParaRPr lang="en-IN" sz="2200" dirty="0">
              <a:latin typeface="Calibri" panose="020F0502020204030204" pitchFamily="34" charset="0"/>
              <a:ea typeface="Calibri" panose="020F0502020204030204" pitchFamily="34" charset="0"/>
              <a:cs typeface="Calibri" panose="020F0502020204030204" pitchFamily="34" charset="0"/>
            </a:endParaRPr>
          </a:p>
        </p:txBody>
      </p:sp>
      <p:pic>
        <p:nvPicPr>
          <p:cNvPr id="5" name="Content Placeholder 4">
            <a:extLst>
              <a:ext uri="{FF2B5EF4-FFF2-40B4-BE49-F238E27FC236}">
                <a16:creationId xmlns:a16="http://schemas.microsoft.com/office/drawing/2014/main" id="{94210009-3E7C-07F0-F7AC-C6D1130D97E6}"/>
              </a:ext>
            </a:extLst>
          </p:cNvPr>
          <p:cNvPicPr>
            <a:picLocks noGrp="1" noChangeAspect="1"/>
          </p:cNvPicPr>
          <p:nvPr>
            <p:ph idx="1"/>
          </p:nvPr>
        </p:nvPicPr>
        <p:blipFill>
          <a:blip r:embed="rId2"/>
          <a:stretch>
            <a:fillRect/>
          </a:stretch>
        </p:blipFill>
        <p:spPr>
          <a:xfrm>
            <a:off x="6901315" y="405637"/>
            <a:ext cx="5134986" cy="6307485"/>
          </a:xfrm>
        </p:spPr>
      </p:pic>
    </p:spTree>
    <p:extLst>
      <p:ext uri="{BB962C8B-B14F-4D97-AF65-F5344CB8AC3E}">
        <p14:creationId xmlns:p14="http://schemas.microsoft.com/office/powerpoint/2010/main" val="3287376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E230C-87EF-ABC6-92B9-551D7890EE0A}"/>
              </a:ext>
            </a:extLst>
          </p:cNvPr>
          <p:cNvSpPr>
            <a:spLocks noGrp="1"/>
          </p:cNvSpPr>
          <p:nvPr>
            <p:ph type="title"/>
          </p:nvPr>
        </p:nvSpPr>
        <p:spPr>
          <a:xfrm>
            <a:off x="2265666" y="556733"/>
            <a:ext cx="8911687" cy="1280890"/>
          </a:xfrm>
        </p:spPr>
        <p:txBody>
          <a:bodyPr>
            <a:normAutofit/>
          </a:bodyPr>
          <a:lstStyle/>
          <a:p>
            <a:r>
              <a:rPr lang="en-IN" sz="4000" b="1" dirty="0"/>
              <a:t>MODELLERS USED IN SOURCE CODE</a:t>
            </a:r>
          </a:p>
        </p:txBody>
      </p:sp>
      <p:sp>
        <p:nvSpPr>
          <p:cNvPr id="3" name="Content Placeholder 2">
            <a:extLst>
              <a:ext uri="{FF2B5EF4-FFF2-40B4-BE49-F238E27FC236}">
                <a16:creationId xmlns:a16="http://schemas.microsoft.com/office/drawing/2014/main" id="{D3234801-C7D1-BC5B-DF80-B62886E3044D}"/>
              </a:ext>
            </a:extLst>
          </p:cNvPr>
          <p:cNvSpPr>
            <a:spLocks noGrp="1"/>
          </p:cNvSpPr>
          <p:nvPr>
            <p:ph idx="1"/>
          </p:nvPr>
        </p:nvSpPr>
        <p:spPr>
          <a:xfrm>
            <a:off x="1486285" y="1766236"/>
            <a:ext cx="10834052" cy="5091764"/>
          </a:xfrm>
        </p:spPr>
        <p:txBody>
          <a:bodyPr>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pulp: This is a Linear Programming (LP) modeler written in Python. It is used to define and solve LP problems. In our code, it's used to define the optimization problem and solve it.</a:t>
            </a:r>
          </a:p>
        </p:txBody>
      </p:sp>
    </p:spTree>
    <p:extLst>
      <p:ext uri="{BB962C8B-B14F-4D97-AF65-F5344CB8AC3E}">
        <p14:creationId xmlns:p14="http://schemas.microsoft.com/office/powerpoint/2010/main" val="1491722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37C4B-8985-B845-C09D-81076877C6DE}"/>
              </a:ext>
            </a:extLst>
          </p:cNvPr>
          <p:cNvSpPr>
            <a:spLocks noGrp="1"/>
          </p:cNvSpPr>
          <p:nvPr>
            <p:ph type="ctrTitle"/>
          </p:nvPr>
        </p:nvSpPr>
        <p:spPr/>
        <p:txBody>
          <a:bodyPr/>
          <a:lstStyle/>
          <a:p>
            <a:r>
              <a:rPr lang="en-IN" b="1" dirty="0"/>
              <a:t>			Thank you</a:t>
            </a:r>
          </a:p>
        </p:txBody>
      </p:sp>
    </p:spTree>
    <p:extLst>
      <p:ext uri="{BB962C8B-B14F-4D97-AF65-F5344CB8AC3E}">
        <p14:creationId xmlns:p14="http://schemas.microsoft.com/office/powerpoint/2010/main" val="7014763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
  <TotalTime>747</TotalTime>
  <Words>1885</Words>
  <Application>Microsoft Office PowerPoint</Application>
  <PresentationFormat>Widescreen</PresentationFormat>
  <Paragraphs>119</Paragraphs>
  <Slides>22</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22</vt:i4>
      </vt:variant>
    </vt:vector>
  </HeadingPairs>
  <TitlesOfParts>
    <vt:vector size="29" baseType="lpstr">
      <vt:lpstr>Arial</vt:lpstr>
      <vt:lpstr>Calibri</vt:lpstr>
      <vt:lpstr>Cambria Math</vt:lpstr>
      <vt:lpstr>Century Gothic</vt:lpstr>
      <vt:lpstr>Wingdings 3</vt:lpstr>
      <vt:lpstr>Vapor Trail</vt:lpstr>
      <vt:lpstr>Wisp</vt:lpstr>
      <vt:lpstr>“ nurse scheduling problem using  Quantum Annealing”  presented by: Aman Azeem                (2101026)  guidance under: Dr. Nilotpal Chakraborty  </vt:lpstr>
      <vt:lpstr>A brief Introduction to Quantum Computing  </vt:lpstr>
      <vt:lpstr>Nurse Scheduling Problem</vt:lpstr>
      <vt:lpstr>PowerPoint Presentation</vt:lpstr>
      <vt:lpstr>PowerPoint Presentation</vt:lpstr>
      <vt:lpstr>MOTIVATION</vt:lpstr>
      <vt:lpstr>Quantum Annealing and Simulated Annealing</vt:lpstr>
      <vt:lpstr>Problems that can be optimized by Quantum Annealing</vt:lpstr>
      <vt:lpstr>NURSE SCHEDULING PROBLEM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Future Goal   We are currently working to develop a greedy  algorithm to obtain scalable solutions efficiently. </vt:lpstr>
      <vt:lpstr>MODELLERS USED IN SOURCE CODE</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 Annealing</dc:title>
  <dc:creator>Aman Azeem</dc:creator>
  <cp:lastModifiedBy>Aman Azeem</cp:lastModifiedBy>
  <cp:revision>5</cp:revision>
  <dcterms:created xsi:type="dcterms:W3CDTF">2024-02-15T12:31:54Z</dcterms:created>
  <dcterms:modified xsi:type="dcterms:W3CDTF">2024-03-15T09:13:14Z</dcterms:modified>
</cp:coreProperties>
</file>